
<file path=[Content_Types].xml><?xml version="1.0" encoding="utf-8"?>
<Types xmlns="http://schemas.openxmlformats.org/package/2006/content-types">
  <Default ContentType="image/jpg" Extension="jpg"/>
  <Default ContentType="application/xml" Extension="xml"/>
  <Default ContentType="image/png" Extension="png"/>
  <Default ContentType="image/jpeg" Extension="jpe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24.xml"/>
  <Override ContentType="application/vnd.openxmlformats-officedocument.presentationml.slideLayout+xml" PartName="/ppt/slideLayouts/slideLayout3.xml"/>
  <Override ContentType="application/vnd.openxmlformats-officedocument.presentationml.slideLayout+xml" PartName="/ppt/slideLayouts/slideLayout18.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17.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1.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1.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0" r:id="rId4"/>
    <p:sldMasterId id="2147483673"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Lst>
  <p:sldSz cy="6858000" cx="12192000"/>
  <p:notesSz cx="6857875" cy="9143850"/>
  <p:defaultTextStyle>
    <a:defPPr lvl="0">
      <a:defRPr lang="zh-CN"/>
    </a:defPPr>
    <a:lvl1pPr defTabSz="914400" hangingPunct="1" lvl="0" algn="l" fontAlgn="auto">
      <a:lnSpc>
        <a:spcPct val="100000"/>
      </a:lnSpc>
      <a:spcBef>
        <a:spcPts val="0"/>
      </a:spcBef>
      <a:spcAft>
        <a:spcPts val="0"/>
      </a:spcAft>
      <a:buNone/>
      <a:defRPr b="0" i="0" sz="1400" u="none" cap="none" strike="noStrike">
        <a:solidFill>
          <a:srgbClr val="000000"/>
        </a:solidFill>
        <a:latin typeface="Arial" charset="0"/>
        <a:ea typeface="Arial" charset="0"/>
        <a:cs typeface="Arial" charset="0"/>
      </a:defRPr>
    </a:lvl1pPr>
    <a:lvl2pPr defTabSz="914400" hangingPunct="1" lvl="1" algn="l" fontAlgn="auto">
      <a:lnSpc>
        <a:spcPct val="100000"/>
      </a:lnSpc>
      <a:spcBef>
        <a:spcPts val="0"/>
      </a:spcBef>
      <a:spcAft>
        <a:spcPts val="0"/>
      </a:spcAft>
      <a:buNone/>
      <a:defRPr b="0" i="0" sz="1400" u="none" cap="none" strike="noStrike">
        <a:solidFill>
          <a:srgbClr val="000000"/>
        </a:solidFill>
        <a:latin typeface="Arial" charset="0"/>
        <a:ea typeface="Arial" charset="0"/>
        <a:cs typeface="Arial" charset="0"/>
      </a:defRPr>
    </a:lvl2pPr>
    <a:lvl3pPr defTabSz="914400" hangingPunct="1" lvl="2" algn="l" fontAlgn="auto">
      <a:lnSpc>
        <a:spcPct val="100000"/>
      </a:lnSpc>
      <a:spcBef>
        <a:spcPts val="0"/>
      </a:spcBef>
      <a:spcAft>
        <a:spcPts val="0"/>
      </a:spcAft>
      <a:buNone/>
      <a:defRPr b="0" i="0" sz="1400" u="none" cap="none" strike="noStrike">
        <a:solidFill>
          <a:srgbClr val="000000"/>
        </a:solidFill>
        <a:latin typeface="Arial" charset="0"/>
        <a:ea typeface="Arial" charset="0"/>
        <a:cs typeface="Arial" charset="0"/>
      </a:defRPr>
    </a:lvl3pPr>
    <a:lvl4pPr defTabSz="914400" hangingPunct="1" lvl="3" algn="l" fontAlgn="auto">
      <a:lnSpc>
        <a:spcPct val="100000"/>
      </a:lnSpc>
      <a:spcBef>
        <a:spcPts val="0"/>
      </a:spcBef>
      <a:spcAft>
        <a:spcPts val="0"/>
      </a:spcAft>
      <a:buNone/>
      <a:defRPr b="0" i="0" sz="1400" u="none" cap="none" strike="noStrike">
        <a:solidFill>
          <a:srgbClr val="000000"/>
        </a:solidFill>
        <a:latin typeface="Arial" charset="0"/>
        <a:ea typeface="Arial" charset="0"/>
        <a:cs typeface="Arial" charset="0"/>
      </a:defRPr>
    </a:lvl4pPr>
    <a:lvl5pPr defTabSz="914400" hangingPunct="1" lvl="4" algn="l" fontAlgn="auto">
      <a:lnSpc>
        <a:spcPct val="100000"/>
      </a:lnSpc>
      <a:spcBef>
        <a:spcPts val="0"/>
      </a:spcBef>
      <a:spcAft>
        <a:spcPts val="0"/>
      </a:spcAft>
      <a:buNone/>
      <a:defRPr b="0" i="0" sz="1400" u="none" cap="none" strike="noStrike">
        <a:solidFill>
          <a:srgbClr val="000000"/>
        </a:solidFill>
        <a:latin typeface="Arial" charset="0"/>
        <a:ea typeface="Arial" charset="0"/>
        <a:cs typeface="Arial" charset="0"/>
      </a:defRPr>
    </a:lvl5pPr>
    <a:lvl6pPr defTabSz="914400" hangingPunct="1" lvl="5" algn="l" fontAlgn="auto">
      <a:lnSpc>
        <a:spcPct val="100000"/>
      </a:lnSpc>
      <a:spcBef>
        <a:spcPts val="0"/>
      </a:spcBef>
      <a:spcAft>
        <a:spcPts val="0"/>
      </a:spcAft>
      <a:buNone/>
      <a:defRPr b="0" i="0" sz="1400" u="none" cap="none" strike="noStrike">
        <a:solidFill>
          <a:srgbClr val="000000"/>
        </a:solidFill>
        <a:latin typeface="Arial" charset="0"/>
        <a:ea typeface="Arial" charset="0"/>
        <a:cs typeface="Arial" charset="0"/>
      </a:defRPr>
    </a:lvl6pPr>
    <a:lvl7pPr defTabSz="914400" hangingPunct="1" lvl="6" algn="l" fontAlgn="auto">
      <a:lnSpc>
        <a:spcPct val="100000"/>
      </a:lnSpc>
      <a:spcBef>
        <a:spcPts val="0"/>
      </a:spcBef>
      <a:spcAft>
        <a:spcPts val="0"/>
      </a:spcAft>
      <a:buNone/>
      <a:defRPr b="0" i="0" sz="1400" u="none" cap="none" strike="noStrike">
        <a:solidFill>
          <a:srgbClr val="000000"/>
        </a:solidFill>
        <a:latin typeface="Arial" charset="0"/>
        <a:ea typeface="Arial" charset="0"/>
        <a:cs typeface="Arial" charset="0"/>
      </a:defRPr>
    </a:lvl7pPr>
    <a:lvl8pPr defTabSz="914400" hangingPunct="1" lvl="7" algn="l" fontAlgn="auto">
      <a:lnSpc>
        <a:spcPct val="100000"/>
      </a:lnSpc>
      <a:spcBef>
        <a:spcPts val="0"/>
      </a:spcBef>
      <a:spcAft>
        <a:spcPts val="0"/>
      </a:spcAft>
      <a:buNone/>
      <a:defRPr b="0" i="0" sz="1400" u="none" cap="none" strike="noStrike">
        <a:solidFill>
          <a:srgbClr val="000000"/>
        </a:solidFill>
        <a:latin typeface="Arial" charset="0"/>
        <a:ea typeface="Arial" charset="0"/>
        <a:cs typeface="Arial" charset="0"/>
      </a:defRPr>
    </a:lvl8pPr>
    <a:lvl9pPr defTabSz="914400" hangingPunct="1" lvl="8" algn="l" fontAlgn="auto">
      <a:lnSpc>
        <a:spcPct val="100000"/>
      </a:lnSpc>
      <a:spcBef>
        <a:spcPts val="0"/>
      </a:spcBef>
      <a:spcAft>
        <a:spcPts val="0"/>
      </a:spcAft>
      <a:buNone/>
      <a:defRPr b="0" i="0" sz="1400" u="none" cap="none" strike="noStrike">
        <a:solidFill>
          <a:srgbClr val="000000"/>
        </a:solidFill>
        <a:latin typeface="Arial" charset="0"/>
        <a:ea typeface="Arial" charset="0"/>
        <a:cs typeface="Arial" charset="0"/>
      </a:defRPr>
    </a:lvl9pPr>
  </p:defaultTextStyle>
  <p:extLst>
    <p:ext uri="{EFAFB233-063F-42B5-8137-9DF3F51BA10A}">
      <p15:sldGuideLst>
        <p15:guide id="1" orient="horz" pos="2160">
          <p15:clr>
            <a:srgbClr val="000000"/>
          </p15:clr>
        </p15:guide>
        <p15:guide id="2" pos="3832">
          <p15:clr>
            <a:srgbClr val="000000"/>
          </p15:clr>
        </p15:guide>
      </p15:sldGuideLst>
    </p:ext>
    <p:ext uri="{2D200454-40CA-4A62-9FC3-DE9A4176ACB9}">
      <p15:notesGuideLst>
        <p15:guide id="1" orient="horz" pos="2880">
          <p15:clr>
            <a:srgbClr val="000000"/>
          </p15:clr>
        </p15:guide>
        <p15:guide id="2" pos="2136">
          <p15:clr>
            <a:srgbClr val="000000"/>
          </p15:clr>
        </p15:guide>
      </p15:notesGuideLst>
    </p:ext>
  </p:extLst>
</p:presentation>
</file>

<file path=ppt/presProps1.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1.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32"/>
      </p:guideLst>
    </p:cSldViewPr>
  </p:slideViewPr>
  <p:notesViewPr>
    <p:cSldViewPr snapToGrid="0">
      <p:cViewPr varScale="1">
        <p:scale>
          <a:sx n="100" d="100"/>
          <a:sy n="100" d="100"/>
        </p:scale>
        <p:origin x="0" y="0"/>
      </p:cViewPr>
      <p:guideLst>
        <p:guide pos="2880" orient="horz"/>
        <p:guide pos="2136"/>
      </p:guideLst>
    </p:cSldViewPr>
  </p:notesViewPr>
</p:viewPr>
</file>

<file path=ppt/_rels/presentation.xml.rels><?xml version="1.0" encoding="UTF-8" standalone="yes"?><Relationships xmlns="http://schemas.openxmlformats.org/package/2006/relationships"><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1.xml"/><Relationship Id="rId2" Type="http://schemas.openxmlformats.org/officeDocument/2006/relationships/viewProps" Target="viewProps1.xml"/><Relationship Id="rId3" Type="http://schemas.openxmlformats.org/officeDocument/2006/relationships/presProps" Target="presProps1.xml"/><Relationship Id="rId4" Type="http://schemas.openxmlformats.org/officeDocument/2006/relationships/slideMaster" Target="slideMasters/slideMaster1.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p="http://schemas.openxmlformats.org/presentationml/2006/main" xmlns:r="http://schemas.openxmlformats.org/officeDocument/2006/relationships" xmlns:a="http://schemas.openxmlformats.org/drawingml/2006/main">
  <p:cSld>
    <p:bg>
      <p:bgPr>
        <a:solidFill>
          <a:srgbClr val="FFFFFF"/>
        </a:solidFill>
      </p:bgPr>
    </p:bg>
    <p:spTree>
      <p:nvGrpSpPr>
        <p:cNvPr id="1" name=""/>
        <p:cNvGrpSpPr/>
        <p:nvPr/>
      </p:nvGrpSpPr>
      <p:grpSpPr>
        <a:xfrm>
          <a:off x="0" y="0"/>
          <a:ext cx="0" cy="0"/>
          <a:chOff x="0" y="0"/>
          <a:chExt cx="0" cy="0"/>
        </a:xfrm>
      </p:grpSpPr>
      <p:sp>
        <p:nvSpPr>
          <p:cNvPr id="12" name="文本框"/>
          <p:cNvSpPr>
            <a:spLocks noGrp="1"/>
          </p:cNvSpPr>
          <p:nvPr>
            <p:ph type="sldNum"/>
          </p:nvPr>
        </p:nvSpPr>
        <p:spPr>
          <a:xfrm rot="0">
            <a:off x="4398963" y="9555163"/>
            <a:ext cx="3371850" cy="501649"/>
          </a:xfrm>
          <a:prstGeom prst="rect"/>
          <a:noFill/>
          <a:ln w="12700" cmpd="sng" cap="flat">
            <a:noFill/>
            <a:prstDash val="solid"/>
            <a:round/>
          </a:ln>
        </p:spPr>
        <p:txBody>
          <a:bodyPr vert="horz" wrap="square" lIns="0" tIns="0" rIns="0" bIns="0" anchor="b" anchorCtr="0">
            <a:prstTxWarp prst="textNoShape"/>
          </a:bodyPr>
          <a:lstStyle/>
          <a:p>
            <a:pPr marL="0" indent="0" algn="r">
              <a:lnSpc>
                <a:spcPct val="93000"/>
              </a:lnSpc>
              <a:spcBef>
                <a:spcPts val="0"/>
              </a:spcBef>
              <a:spcAft>
                <a:spcPts val="0"/>
              </a:spcAft>
            </a:pPr>
            <a:fld id="{CAD2D6BD-DE1B-4B5F-8B41-2702339687B9}" type="slidenum">
              <a:rPr lang="en-US" altLang="zh-CN" sz="1400" b="0" i="0" u="none" strike="noStrike" kern="0" cap="none" spc="0" baseline="0">
                <a:solidFill>
                  <a:srgbClr val="000000"/>
                </a:solidFill>
                <a:latin typeface="Times New Roman" pitchFamily="0" charset="0"/>
                <a:ea typeface="Times New Roman" pitchFamily="0" charset="0"/>
                <a:cs typeface="Times New Roman" pitchFamily="0" charset="0"/>
                <a:sym typeface="Times New Roman" pitchFamily="0" charset="0"/>
              </a:rPr>
              <a:t>&lt;#&gt;</a:t>
            </a:fld>
            <a:endParaRPr lang="zh-CN" altLang="en-US" sz="1400" b="0" i="0" u="none" strike="noStrike" cap="none">
              <a:solidFill>
                <a:srgbClr val="000000"/>
              </a:solidFill>
              <a:latin typeface="Times New Roman" pitchFamily="0" charset="0"/>
              <a:ea typeface="Times New Roman" pitchFamily="0" charset="0"/>
              <a:cs typeface="Times New Roman" pitchFamily="0" charset="0"/>
              <a:sym typeface="Times New Roman" pitchFamily="0" charset="0"/>
            </a:endParaRPr>
          </a:p>
        </p:txBody>
      </p:sp>
      <p:sp>
        <p:nvSpPr>
          <p:cNvPr id="13" name="对象"/>
          <p:cNvSpPr>
            <a:spLocks noGrp="1" noChangeAspect="1"/>
          </p:cNvSpPr>
          <p:nvPr>
            <p:ph type="sldImg" idx="2"/>
          </p:nvPr>
        </p:nvSpPr>
        <p:spPr>
          <a:xfrm rot="0">
            <a:off x="533400" y="763588"/>
            <a:ext cx="6702425" cy="3770311"/>
          </a:xfrm>
          <a:custGeom>
            <a:gdLst>
              <a:gd name="T1" fmla="*/ 0 w 21600"/>
              <a:gd name="T2" fmla="*/ 0 h 21600"/>
              <a:gd name="T3" fmla="*/ 21600 w 21600"/>
              <a:gd name="T4" fmla="*/ 21600 h 21600"/>
            </a:gdLst>
            <a:rect l="T1" t="T2" r="T3" b="T4"/>
            <a:pathLst>
              <a:path w="21600" h="21600">
                <a:moveTo>
                  <a:pt x="0" y="0"/>
                </a:moveTo>
                <a:lnTo>
                  <a:pt x="21600" y="0"/>
                </a:lnTo>
                <a:lnTo>
                  <a:pt x="21600" y="21600"/>
                </a:lnTo>
                <a:lnTo>
                  <a:pt x="0" y="21600"/>
                </a:lnTo>
                <a:close/>
              </a:path>
            </a:pathLst>
          </a:custGeom>
          <a:noFill/>
          <a:ln cmpd="sng" cap="flat">
            <a:noFill/>
            <a:prstDash val="solid"/>
            <a:round/>
          </a:ln>
        </p:spPr>
      </p:sp>
      <p:sp>
        <p:nvSpPr>
          <p:cNvPr id="14" name="文本框"/>
          <p:cNvSpPr>
            <a:spLocks noGrp="1"/>
          </p:cNvSpPr>
          <p:nvPr>
            <p:ph type="body" idx="1"/>
          </p:nvPr>
        </p:nvSpPr>
        <p:spPr>
          <a:xfrm rot="0">
            <a:off x="777875" y="4776788"/>
            <a:ext cx="6216650" cy="4524374"/>
          </a:xfrm>
          <a:prstGeom prst="rect"/>
          <a:noFill/>
          <a:ln w="12700" cmpd="sng" cap="flat">
            <a:noFill/>
            <a:prstDash val="solid"/>
            <a:round/>
          </a:ln>
        </p:spPr>
        <p:txBody>
          <a:bodyPr vert="horz" wrap="square" lIns="0" tIns="0" rIns="0" bIns="0" anchor="t" anchorCtr="0">
            <a:prstTxWarp prst="textNoShape"/>
          </a:bodyPr>
          <a:lstStyle/>
          <a:p>
            <a:pPr marL="457200" indent="-228600" algn="l">
              <a:spcBef>
                <a:spcPts val="360"/>
              </a:spcBef>
              <a:spcAft>
                <a:spcPts val="0"/>
              </a:spcAft>
            </a:pPr>
            <a:endParaRPr lang="zh-CN" altLang="en-US" sz="1200" b="0" i="0" u="none" strike="noStrike" cap="none">
              <a:solidFill>
                <a:srgbClr val="000000"/>
              </a:solidFill>
              <a:latin typeface="Times New Roman" pitchFamily="0" charset="0"/>
              <a:ea typeface="Times New Roman" pitchFamily="0" charset="0"/>
              <a:cs typeface="Times New Roman" pitchFamily="0" charset="0"/>
              <a:sym typeface="Times New Roman" pitchFamily="0" charset="0"/>
            </a:endParaRPr>
          </a:p>
        </p:txBody>
      </p:sp>
      <p:sp>
        <p:nvSpPr>
          <p:cNvPr id="15" name="文本框"/>
          <p:cNvSpPr>
            <a:spLocks noGrp="1"/>
          </p:cNvSpPr>
          <p:nvPr>
            <p:ph type="hdr" idx="3"/>
          </p:nvPr>
        </p:nvSpPr>
        <p:spPr>
          <a:xfrm rot="0">
            <a:off x="0" y="0"/>
            <a:ext cx="3371850" cy="501650"/>
          </a:xfrm>
          <a:prstGeom prst="rect"/>
          <a:noFill/>
          <a:ln w="12700" cmpd="sng" cap="flat">
            <a:noFill/>
            <a:prstDash val="solid"/>
            <a:round/>
          </a:ln>
        </p:spPr>
        <p:txBody>
          <a:bodyPr vert="horz" wrap="square" lIns="0" tIns="0" rIns="0" bIns="0" anchor="t" anchorCtr="0">
            <a:prstTxWarp prst="textNoShape"/>
          </a:bodyPr>
          <a:lstStyle/>
          <a:p>
            <a:pPr algn="l">
              <a:lnSpc>
                <a:spcPct val="93000"/>
              </a:lnSpc>
              <a:spcBef>
                <a:spcPts val="0"/>
              </a:spcBef>
              <a:spcAft>
                <a:spcPts val="0"/>
              </a:spcAft>
            </a:pPr>
            <a:endParaRPr lang="zh-CN" altLang="en-US" sz="1400" b="0" i="0" u="none" strike="noStrike" cap="none">
              <a:solidFill>
                <a:srgbClr val="000000"/>
              </a:solidFill>
              <a:latin typeface="Times New Roman" pitchFamily="0" charset="0"/>
              <a:ea typeface="Times New Roman" pitchFamily="0" charset="0"/>
              <a:cs typeface="Times New Roman" pitchFamily="0" charset="0"/>
              <a:sym typeface="Times New Roman" pitchFamily="0" charset="0"/>
            </a:endParaRPr>
          </a:p>
        </p:txBody>
      </p:sp>
      <p:sp>
        <p:nvSpPr>
          <p:cNvPr id="16" name="文本框"/>
          <p:cNvSpPr>
            <a:spLocks noGrp="1"/>
          </p:cNvSpPr>
          <p:nvPr>
            <p:ph type="dt" idx="10"/>
          </p:nvPr>
        </p:nvSpPr>
        <p:spPr>
          <a:xfrm rot="0">
            <a:off x="4398963" y="0"/>
            <a:ext cx="3371850" cy="501650"/>
          </a:xfrm>
          <a:prstGeom prst="rect"/>
          <a:noFill/>
          <a:ln w="12700" cmpd="sng" cap="flat">
            <a:noFill/>
            <a:prstDash val="solid"/>
            <a:round/>
          </a:ln>
        </p:spPr>
        <p:txBody>
          <a:bodyPr vert="horz" wrap="square" lIns="0" tIns="0" rIns="0" bIns="0" anchor="t" anchorCtr="0">
            <a:prstTxWarp prst="textNoShape"/>
          </a:bodyPr>
          <a:lstStyle/>
          <a:p>
            <a:pPr algn="r">
              <a:lnSpc>
                <a:spcPct val="93000"/>
              </a:lnSpc>
              <a:spcBef>
                <a:spcPts val="0"/>
              </a:spcBef>
              <a:spcAft>
                <a:spcPts val="0"/>
              </a:spcAft>
            </a:pPr>
            <a:endParaRPr lang="zh-CN" altLang="en-US" sz="1400" b="0" i="0" u="none" strike="noStrike" cap="none">
              <a:solidFill>
                <a:srgbClr val="000000"/>
              </a:solidFill>
              <a:latin typeface="Times New Roman" pitchFamily="0" charset="0"/>
              <a:ea typeface="Times New Roman" pitchFamily="0" charset="0"/>
              <a:cs typeface="Times New Roman" pitchFamily="0" charset="0"/>
              <a:sym typeface="Times New Roman" pitchFamily="0" charset="0"/>
            </a:endParaRPr>
          </a:p>
        </p:txBody>
      </p:sp>
      <p:sp>
        <p:nvSpPr>
          <p:cNvPr id="17" name="文本框"/>
          <p:cNvSpPr>
            <a:spLocks noGrp="1"/>
          </p:cNvSpPr>
          <p:nvPr>
            <p:ph type="ftr"/>
          </p:nvPr>
        </p:nvSpPr>
        <p:spPr>
          <a:xfrm rot="0">
            <a:off x="0" y="9555163"/>
            <a:ext cx="3371850" cy="501649"/>
          </a:xfrm>
          <a:prstGeom prst="rect"/>
          <a:noFill/>
          <a:ln w="12700" cmpd="sng" cap="flat">
            <a:noFill/>
            <a:prstDash val="solid"/>
            <a:round/>
          </a:ln>
        </p:spPr>
        <p:txBody>
          <a:bodyPr vert="horz" wrap="square" lIns="0" tIns="0" rIns="0" bIns="0" anchor="b" anchorCtr="0">
            <a:prstTxWarp prst="textNoShape"/>
          </a:bodyPr>
          <a:lstStyle/>
          <a:p>
            <a:pPr algn="l">
              <a:lnSpc>
                <a:spcPct val="93000"/>
              </a:lnSpc>
              <a:spcBef>
                <a:spcPts val="0"/>
              </a:spcBef>
              <a:spcAft>
                <a:spcPts val="0"/>
              </a:spcAft>
            </a:pPr>
            <a:endParaRPr lang="zh-CN" altLang="en-US" sz="1400" b="0" i="0" u="none" strike="noStrike" cap="none">
              <a:solidFill>
                <a:srgbClr val="000000"/>
              </a:solidFill>
              <a:latin typeface="Times New Roman" pitchFamily="0" charset="0"/>
              <a:ea typeface="Times New Roman" pitchFamily="0" charset="0"/>
              <a:cs typeface="Times New Roman" pitchFamily="0" charset="0"/>
              <a:sym typeface="Times New Roman" pitchFamily="0" charset="0"/>
            </a:endParaRPr>
          </a:p>
        </p:txBody>
      </p:sp>
    </p:spTree>
    <p:extLst>
      <p:ext uri="{BB962C8B-B14F-4D97-AF65-F5344CB8AC3E}">
        <p14:creationId xmlns:p14="http://schemas.microsoft.com/office/powerpoint/2010/main" val="1834216286"/>
      </p:ext>
    </p:extLst>
  </p:cSld>
  <p:clrMap bg1="lt1" tx1="dk1" bg2="lt2" tx2="dk2" accent1="accent1" accent2="accent2" accent3="accent3" accent4="accent4" accent5="accent5" accent6="accent6" hlink="hlink" folHlink="folHlink"/>
  <p:hf sldNum="1" hdr="0" ftr="0" dt="0"/>
  <p:notesStyle>
    <a:lvl1pPr marL="0" indent="0" algn="l" defTabSz="914400" fontAlgn="auto" hangingPunct="1">
      <a:lnSpc>
        <a:spcPct val="100000"/>
      </a:lnSpc>
      <a:spcBef>
        <a:spcPts val="0"/>
      </a:spcBef>
      <a:spcAft>
        <a:spcPts val="0"/>
      </a:spcAft>
      <a:buNone/>
      <a:defRPr sz="1400" b="0" i="0" u="none" strike="noStrike" kern="0" cap="none" spc="0" baseline="0">
        <a:solidFill>
          <a:srgbClr val="000000"/>
        </a:solidFill>
        <a:latin typeface="Arial" pitchFamily="0" charset="0"/>
        <a:ea typeface="Arial" pitchFamily="0" charset="0"/>
        <a:cs typeface="Arial" pitchFamily="0" charset="0"/>
      </a:defRPr>
    </a:lvl1pPr>
    <a:lvl2pPr marL="0" indent="0" algn="l" defTabSz="914400" fontAlgn="auto" hangingPunct="1">
      <a:lnSpc>
        <a:spcPct val="100000"/>
      </a:lnSpc>
      <a:spcBef>
        <a:spcPts val="0"/>
      </a:spcBef>
      <a:spcAft>
        <a:spcPts val="0"/>
      </a:spcAft>
      <a:buNone/>
      <a:defRPr sz="1400" b="0" i="0" u="none" strike="noStrike" kern="0" cap="none" spc="0" baseline="0">
        <a:solidFill>
          <a:srgbClr val="000000"/>
        </a:solidFill>
        <a:latin typeface="Arial" pitchFamily="0" charset="0"/>
        <a:ea typeface="Arial" pitchFamily="0" charset="0"/>
        <a:cs typeface="Arial" pitchFamily="0" charset="0"/>
      </a:defRPr>
    </a:lvl2pPr>
    <a:lvl3pPr marL="0" indent="0" algn="l" defTabSz="914400" fontAlgn="auto" hangingPunct="1">
      <a:lnSpc>
        <a:spcPct val="100000"/>
      </a:lnSpc>
      <a:spcBef>
        <a:spcPts val="0"/>
      </a:spcBef>
      <a:spcAft>
        <a:spcPts val="0"/>
      </a:spcAft>
      <a:buNone/>
      <a:defRPr sz="1400" b="0" i="0" u="none" strike="noStrike" kern="0" cap="none" spc="0" baseline="0">
        <a:solidFill>
          <a:srgbClr val="000000"/>
        </a:solidFill>
        <a:latin typeface="Arial" pitchFamily="0" charset="0"/>
        <a:ea typeface="Arial" pitchFamily="0" charset="0"/>
        <a:cs typeface="Arial" pitchFamily="0" charset="0"/>
      </a:defRPr>
    </a:lvl3pPr>
    <a:lvl4pPr marL="0" indent="0" algn="l" defTabSz="914400" fontAlgn="auto" hangingPunct="1">
      <a:lnSpc>
        <a:spcPct val="100000"/>
      </a:lnSpc>
      <a:spcBef>
        <a:spcPts val="0"/>
      </a:spcBef>
      <a:spcAft>
        <a:spcPts val="0"/>
      </a:spcAft>
      <a:buNone/>
      <a:defRPr sz="1400" b="0" i="0" u="none" strike="noStrike" kern="0" cap="none" spc="0" baseline="0">
        <a:solidFill>
          <a:srgbClr val="000000"/>
        </a:solidFill>
        <a:latin typeface="Arial" pitchFamily="0" charset="0"/>
        <a:ea typeface="Arial" pitchFamily="0" charset="0"/>
        <a:cs typeface="Arial" pitchFamily="0" charset="0"/>
      </a:defRPr>
    </a:lvl4pPr>
    <a:lvl5pPr marL="0" indent="0" algn="l" defTabSz="914400" fontAlgn="auto" hangingPunct="1">
      <a:lnSpc>
        <a:spcPct val="100000"/>
      </a:lnSpc>
      <a:spcBef>
        <a:spcPts val="0"/>
      </a:spcBef>
      <a:spcAft>
        <a:spcPts val="0"/>
      </a:spcAft>
      <a:buNone/>
      <a:defRPr sz="1400" b="0" i="0" u="none" strike="noStrike" kern="0" cap="none" spc="0" baseline="0">
        <a:solidFill>
          <a:srgbClr val="000000"/>
        </a:solidFill>
        <a:latin typeface="Arial" pitchFamily="0" charset="0"/>
        <a:ea typeface="Arial" pitchFamily="0" charset="0"/>
        <a:cs typeface="Arial" pitchFamily="0" charset="0"/>
      </a:defRPr>
    </a:lvl5pPr>
    <a:lvl6pPr marL="0" indent="0" algn="l" defTabSz="914400" fontAlgn="auto" hangingPunct="1">
      <a:lnSpc>
        <a:spcPct val="100000"/>
      </a:lnSpc>
      <a:spcBef>
        <a:spcPts val="0"/>
      </a:spcBef>
      <a:spcAft>
        <a:spcPts val="0"/>
      </a:spcAft>
      <a:buNone/>
      <a:defRPr sz="1400" b="0" i="0" u="none" strike="noStrike" kern="0" cap="none" spc="0" baseline="0">
        <a:solidFill>
          <a:srgbClr val="000000"/>
        </a:solidFill>
        <a:latin typeface="Arial" pitchFamily="0" charset="0"/>
        <a:ea typeface="Arial" pitchFamily="0" charset="0"/>
        <a:cs typeface="Arial" pitchFamily="0" charset="0"/>
      </a:defRPr>
    </a:lvl6pPr>
    <a:lvl7pPr marL="0" indent="0" algn="l" defTabSz="914400" fontAlgn="auto" hangingPunct="1">
      <a:lnSpc>
        <a:spcPct val="100000"/>
      </a:lnSpc>
      <a:spcBef>
        <a:spcPts val="0"/>
      </a:spcBef>
      <a:spcAft>
        <a:spcPts val="0"/>
      </a:spcAft>
      <a:buNone/>
      <a:defRPr sz="1400" b="0" i="0" u="none" strike="noStrike" kern="0" cap="none" spc="0" baseline="0">
        <a:solidFill>
          <a:srgbClr val="000000"/>
        </a:solidFill>
        <a:latin typeface="Arial" pitchFamily="0" charset="0"/>
        <a:ea typeface="Arial" pitchFamily="0" charset="0"/>
        <a:cs typeface="Arial" pitchFamily="0" charset="0"/>
      </a:defRPr>
    </a:lvl7pPr>
    <a:lvl8pPr marL="0" indent="0" algn="l" defTabSz="914400" fontAlgn="auto" hangingPunct="1">
      <a:lnSpc>
        <a:spcPct val="100000"/>
      </a:lnSpc>
      <a:spcBef>
        <a:spcPts val="0"/>
      </a:spcBef>
      <a:spcAft>
        <a:spcPts val="0"/>
      </a:spcAft>
      <a:buNone/>
      <a:defRPr sz="1400" b="0" i="0" u="none" strike="noStrike" kern="0" cap="none" spc="0" baseline="0">
        <a:solidFill>
          <a:srgbClr val="000000"/>
        </a:solidFill>
        <a:latin typeface="Arial" pitchFamily="0" charset="0"/>
        <a:ea typeface="Arial" pitchFamily="0" charset="0"/>
        <a:cs typeface="Arial" pitchFamily="0" charset="0"/>
      </a:defRPr>
    </a:lvl8pPr>
    <a:lvl9pPr marL="0" indent="0" algn="l" defTabSz="914400" fontAlgn="auto" hangingPunct="1">
      <a:lnSpc>
        <a:spcPct val="100000"/>
      </a:lnSpc>
      <a:spcBef>
        <a:spcPts val="0"/>
      </a:spcBef>
      <a:spcAft>
        <a:spcPts val="0"/>
      </a:spcAft>
      <a:buNone/>
      <a:defRPr sz="1400" b="0" i="0" u="none" strike="noStrike" kern="0" cap="none" spc="0" baseline="0">
        <a:solidFill>
          <a:srgbClr val="000000"/>
        </a:solidFill>
        <a:latin typeface="Arial" pitchFamily="0" charset="0"/>
        <a:ea typeface="Arial" pitchFamily="0" charset="0"/>
        <a:cs typeface="Arial" pitchFamily="0" charset="0"/>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p="http://schemas.openxmlformats.org/presentationml/2006/main" xmlns:r="http://schemas.openxmlformats.org/officeDocument/2006/relationships" xmlns:a="http://schemas.openxmlformats.org/drawingml/2006/main">
  <p:cSld>
    <p:bg>
      <p:bgPr>
        <a:solidFill>
          <a:srgbClr val="FFFFFF"/>
        </a:solidFill>
      </p:bgPr>
    </p:bg>
    <p:spTree>
      <p:nvGrpSpPr>
        <p:cNvPr id="1" name=""/>
        <p:cNvGrpSpPr/>
        <p:nvPr/>
      </p:nvGrpSpPr>
      <p:grpSpPr>
        <a:xfrm>
          <a:off x="0" y="0"/>
          <a:ext cx="0" cy="0"/>
          <a:chOff x="0" y="0"/>
          <a:chExt cx="0" cy="0"/>
        </a:xfrm>
      </p:grpSpPr>
      <p:sp>
        <p:nvSpPr>
          <p:cNvPr id="12" name="文本框"/>
          <p:cNvSpPr>
            <a:spLocks noGrp="1"/>
          </p:cNvSpPr>
          <p:nvPr>
            <p:ph type="sldNum"/>
          </p:nvPr>
        </p:nvSpPr>
        <p:spPr>
          <a:xfrm rot="0">
            <a:off x="4398963" y="9555163"/>
            <a:ext cx="3371850" cy="501649"/>
          </a:xfrm>
          <a:prstGeom prst="rect"/>
          <a:noFill/>
          <a:ln w="12700" cmpd="sng" cap="flat">
            <a:noFill/>
            <a:prstDash val="solid"/>
            <a:round/>
          </a:ln>
        </p:spPr>
        <p:txBody>
          <a:bodyPr vert="horz" wrap="square" lIns="0" tIns="0" rIns="0" bIns="0" anchor="b" anchorCtr="0">
            <a:prstTxWarp prst="textNoShape"/>
          </a:bodyPr>
          <a:lstStyle/>
          <a:p>
            <a:pPr marL="0" indent="0" algn="r">
              <a:lnSpc>
                <a:spcPct val="93000"/>
              </a:lnSpc>
              <a:spcBef>
                <a:spcPts val="0"/>
              </a:spcBef>
              <a:spcAft>
                <a:spcPts val="0"/>
              </a:spcAft>
            </a:pPr>
            <a:fld id="{CAD2D6BD-DE1B-4B5F-8B41-2702339687B9}" type="slidenum">
              <a:rPr lang="en-US" altLang="zh-CN" sz="1400" b="0" i="0" u="none" strike="noStrike" kern="0" cap="none" spc="0" baseline="0">
                <a:solidFill>
                  <a:srgbClr val="000000"/>
                </a:solidFill>
                <a:latin typeface="Times New Roman" pitchFamily="0" charset="0"/>
                <a:ea typeface="Times New Roman" pitchFamily="0" charset="0"/>
                <a:cs typeface="Times New Roman" pitchFamily="0" charset="0"/>
                <a:sym typeface="Times New Roman" pitchFamily="0" charset="0"/>
              </a:rPr>
              <a:t>1</a:t>
            </a:fld>
            <a:endParaRPr lang="zh-CN" altLang="en-US" sz="1400" b="0" i="0" u="none" strike="noStrike" cap="none">
              <a:solidFill>
                <a:srgbClr val="000000"/>
              </a:solidFill>
              <a:latin typeface="Times New Roman" pitchFamily="0" charset="0"/>
              <a:ea typeface="Times New Roman" pitchFamily="0" charset="0"/>
              <a:cs typeface="Times New Roman" pitchFamily="0" charset="0"/>
              <a:sym typeface="Times New Roman" pitchFamily="0" charset="0"/>
            </a:endParaRPr>
          </a:p>
        </p:txBody>
      </p:sp>
      <p:sp>
        <p:nvSpPr>
          <p:cNvPr id="29" name="对象"/>
          <p:cNvSpPr>
            <a:spLocks noGrp="1" noChangeAspect="1"/>
          </p:cNvSpPr>
          <p:nvPr>
            <p:ph type="sldImg" idx="2"/>
          </p:nvPr>
        </p:nvSpPr>
        <p:spPr>
          <a:xfrm rot="0">
            <a:off x="533400" y="763588"/>
            <a:ext cx="6704013" cy="3771900"/>
          </a:xfrm>
          <a:custGeom>
            <a:gdLst>
              <a:gd name="T1" fmla="*/ 0 w 21600"/>
              <a:gd name="T2" fmla="*/ 0 h 21600"/>
              <a:gd name="T3" fmla="*/ 21600 w 21600"/>
              <a:gd name="T4" fmla="*/ 21600 h 21600"/>
            </a:gdLst>
            <a:rect l="T1" t="T2" r="T3" b="T4"/>
            <a:pathLst>
              <a:path w="21600" h="21600">
                <a:moveTo>
                  <a:pt x="0" y="0"/>
                </a:moveTo>
                <a:lnTo>
                  <a:pt x="21600" y="0"/>
                </a:lnTo>
                <a:lnTo>
                  <a:pt x="21600" y="21600"/>
                </a:lnTo>
                <a:lnTo>
                  <a:pt x="0" y="21600"/>
                </a:lnTo>
                <a:close/>
              </a:path>
            </a:pathLst>
          </a:custGeom>
          <a:solidFill>
            <a:srgbClr val="FFFFFF"/>
          </a:solidFill>
          <a:ln w="9525" cmpd="sng" cap="flat">
            <a:solidFill>
              <a:srgbClr val="000000"/>
            </a:solidFill>
            <a:prstDash val="solid"/>
            <a:miter/>
          </a:ln>
        </p:spPr>
      </p:sp>
      <p:sp>
        <p:nvSpPr>
          <p:cNvPr id="30" name="文本框"/>
          <p:cNvSpPr>
            <a:spLocks noGrp="1"/>
          </p:cNvSpPr>
          <p:nvPr>
            <p:ph type="body" idx="1"/>
          </p:nvPr>
        </p:nvSpPr>
        <p:spPr>
          <a:xfrm rot="0">
            <a:off x="777875" y="4776788"/>
            <a:ext cx="6218238" cy="4525960"/>
          </a:xfrm>
          <a:prstGeom prst="rect"/>
          <a:noFill/>
          <a:ln w="12700" cmpd="sng" cap="flat">
            <a:noFill/>
            <a:prstDash val="solid"/>
            <a:round/>
          </a:ln>
        </p:spPr>
        <p:txBody>
          <a:bodyPr vert="horz" wrap="square" lIns="0" tIns="0" rIns="0" bIns="0" anchor="ctr" anchorCtr="0">
            <a:prstTxWarp prst="textNoShape"/>
          </a:bodyPr>
          <a:lstStyle/>
          <a:p>
            <a:endParaRPr lang="zh-CN" altLang="en-US"/>
          </a:p>
        </p:txBody>
      </p:sp>
    </p:spTree>
    <p:extLst>
      <p:ext uri="{BB962C8B-B14F-4D97-AF65-F5344CB8AC3E}">
        <p14:creationId xmlns:p14="http://schemas.microsoft.com/office/powerpoint/2010/main" val="433276981"/>
      </p:ext>
    </p:extLst>
  </p:cSld>
  <p:clrMapOvr>
    <a:masterClrMapping/>
  </p:clrMapOvr>
</p:notes>
</file>

<file path=ppt/notesSlides/notesSlide2.xml><?xml version="1.0" encoding="utf-8"?>
<p:notes xmlns:p="http://schemas.openxmlformats.org/presentationml/2006/main" xmlns:r="http://schemas.openxmlformats.org/officeDocument/2006/relationships" xmlns:a="http://schemas.openxmlformats.org/drawingml/2006/main">
  <p:cSld>
    <p:bg>
      <p:bgPr>
        <a:solidFill>
          <a:srgbClr val="FFFFFF"/>
        </a:solidFill>
      </p:bgPr>
    </p:bg>
    <p:spTree>
      <p:nvGrpSpPr>
        <p:cNvPr id="1" name=""/>
        <p:cNvGrpSpPr/>
        <p:nvPr/>
      </p:nvGrpSpPr>
      <p:grpSpPr>
        <a:xfrm>
          <a:off x="0" y="0"/>
          <a:ext cx="0" cy="0"/>
          <a:chOff x="0" y="0"/>
          <a:chExt cx="0" cy="0"/>
        </a:xfrm>
      </p:grpSpPr>
      <p:sp>
        <p:nvSpPr>
          <p:cNvPr id="12" name="文本框"/>
          <p:cNvSpPr>
            <a:spLocks noGrp="1"/>
          </p:cNvSpPr>
          <p:nvPr>
            <p:ph type="sldNum"/>
          </p:nvPr>
        </p:nvSpPr>
        <p:spPr>
          <a:xfrm rot="0">
            <a:off x="4398963" y="9555163"/>
            <a:ext cx="3371850" cy="501649"/>
          </a:xfrm>
          <a:prstGeom prst="rect"/>
          <a:noFill/>
          <a:ln w="12700" cmpd="sng" cap="flat">
            <a:noFill/>
            <a:prstDash val="solid"/>
            <a:round/>
          </a:ln>
        </p:spPr>
        <p:txBody>
          <a:bodyPr vert="horz" wrap="square" lIns="0" tIns="0" rIns="0" bIns="0" anchor="b" anchorCtr="0">
            <a:prstTxWarp prst="textNoShape"/>
          </a:bodyPr>
          <a:lstStyle/>
          <a:p>
            <a:pPr marL="0" indent="0" algn="r">
              <a:lnSpc>
                <a:spcPct val="93000"/>
              </a:lnSpc>
              <a:spcBef>
                <a:spcPts val="0"/>
              </a:spcBef>
              <a:spcAft>
                <a:spcPts val="0"/>
              </a:spcAft>
            </a:pPr>
            <a:fld id="{CAD2D6BD-DE1B-4B5F-8B41-2702339687B9}" type="slidenum">
              <a:rPr lang="en-US" altLang="zh-CN" sz="1400" b="0" i="0" u="none" strike="noStrike" kern="0" cap="none" spc="0" baseline="0">
                <a:solidFill>
                  <a:srgbClr val="000000"/>
                </a:solidFill>
                <a:latin typeface="Times New Roman" pitchFamily="0" charset="0"/>
                <a:ea typeface="Times New Roman" pitchFamily="0" charset="0"/>
                <a:cs typeface="Times New Roman" pitchFamily="0" charset="0"/>
                <a:sym typeface="Times New Roman" pitchFamily="0" charset="0"/>
              </a:rPr>
              <a:t>2</a:t>
            </a:fld>
            <a:endParaRPr lang="zh-CN" altLang="en-US" sz="1400" b="0" i="0" u="none" strike="noStrike" cap="none">
              <a:solidFill>
                <a:srgbClr val="000000"/>
              </a:solidFill>
              <a:latin typeface="Times New Roman" pitchFamily="0" charset="0"/>
              <a:ea typeface="Times New Roman" pitchFamily="0" charset="0"/>
              <a:cs typeface="Times New Roman" pitchFamily="0" charset="0"/>
              <a:sym typeface="Times New Roman" pitchFamily="0" charset="0"/>
            </a:endParaRPr>
          </a:p>
        </p:txBody>
      </p:sp>
      <p:sp>
        <p:nvSpPr>
          <p:cNvPr id="41" name="对象"/>
          <p:cNvSpPr>
            <a:spLocks noGrp="1" noChangeAspect="1"/>
          </p:cNvSpPr>
          <p:nvPr>
            <p:ph type="sldImg" idx="2"/>
          </p:nvPr>
        </p:nvSpPr>
        <p:spPr>
          <a:xfrm rot="0">
            <a:off x="533400" y="763588"/>
            <a:ext cx="6704013" cy="3771900"/>
          </a:xfrm>
          <a:custGeom>
            <a:gdLst>
              <a:gd name="T1" fmla="*/ 0 w 21600"/>
              <a:gd name="T2" fmla="*/ 0 h 21600"/>
              <a:gd name="T3" fmla="*/ 21600 w 21600"/>
              <a:gd name="T4" fmla="*/ 21600 h 21600"/>
            </a:gdLst>
            <a:rect l="T1" t="T2" r="T3" b="T4"/>
            <a:pathLst>
              <a:path w="21600" h="21600">
                <a:moveTo>
                  <a:pt x="0" y="0"/>
                </a:moveTo>
                <a:lnTo>
                  <a:pt x="21600" y="0"/>
                </a:lnTo>
                <a:lnTo>
                  <a:pt x="21600" y="21600"/>
                </a:lnTo>
                <a:lnTo>
                  <a:pt x="0" y="21600"/>
                </a:lnTo>
                <a:close/>
              </a:path>
            </a:pathLst>
          </a:custGeom>
          <a:solidFill>
            <a:srgbClr val="FFFFFF"/>
          </a:solidFill>
          <a:ln w="9525" cmpd="sng" cap="flat">
            <a:solidFill>
              <a:srgbClr val="000000"/>
            </a:solidFill>
            <a:prstDash val="solid"/>
            <a:miter/>
          </a:ln>
        </p:spPr>
      </p:sp>
      <p:sp>
        <p:nvSpPr>
          <p:cNvPr id="42" name="文本框"/>
          <p:cNvSpPr>
            <a:spLocks noGrp="1"/>
          </p:cNvSpPr>
          <p:nvPr>
            <p:ph type="body" idx="1"/>
          </p:nvPr>
        </p:nvSpPr>
        <p:spPr>
          <a:xfrm rot="0">
            <a:off x="777875" y="4776788"/>
            <a:ext cx="6218238" cy="4525960"/>
          </a:xfrm>
          <a:prstGeom prst="rect"/>
          <a:noFill/>
          <a:ln w="12700" cmpd="sng" cap="flat">
            <a:noFill/>
            <a:prstDash val="solid"/>
            <a:round/>
          </a:ln>
        </p:spPr>
        <p:txBody>
          <a:bodyPr vert="horz" wrap="square" lIns="0" tIns="0" rIns="0" bIns="0" anchor="ctr" anchorCtr="0">
            <a:prstTxWarp prst="textNoShape"/>
          </a:bodyPr>
          <a:lstStyle/>
          <a:p>
            <a:endParaRPr lang="zh-CN" altLang="en-US"/>
          </a:p>
        </p:txBody>
      </p:sp>
    </p:spTree>
    <p:extLst>
      <p:ext uri="{BB962C8B-B14F-4D97-AF65-F5344CB8AC3E}">
        <p14:creationId xmlns:p14="http://schemas.microsoft.com/office/powerpoint/2010/main" val="1314059805"/>
      </p:ext>
    </p:extLst>
  </p:cSld>
  <p:clrMapOvr>
    <a:masterClrMapping/>
  </p:clrMapOvr>
</p:notes>
</file>

<file path=ppt/notesSlides/notesSlide3.xml><?xml version="1.0" encoding="utf-8"?>
<p:notes xmlns:p="http://schemas.openxmlformats.org/presentationml/2006/main" xmlns:r="http://schemas.openxmlformats.org/officeDocument/2006/relationships" xmlns:a="http://schemas.openxmlformats.org/drawingml/2006/main">
  <p:cSld>
    <p:bg>
      <p:bgPr>
        <a:solidFill>
          <a:srgbClr val="FFFFFF"/>
        </a:solidFill>
      </p:bgPr>
    </p:bg>
    <p:spTree>
      <p:nvGrpSpPr>
        <p:cNvPr id="1" name=""/>
        <p:cNvGrpSpPr/>
        <p:nvPr/>
      </p:nvGrpSpPr>
      <p:grpSpPr>
        <a:xfrm>
          <a:off x="0" y="0"/>
          <a:ext cx="0" cy="0"/>
          <a:chOff x="0" y="0"/>
          <a:chExt cx="0" cy="0"/>
        </a:xfrm>
      </p:grpSpPr>
      <p:sp>
        <p:nvSpPr>
          <p:cNvPr id="12" name="文本框"/>
          <p:cNvSpPr>
            <a:spLocks noGrp="1"/>
          </p:cNvSpPr>
          <p:nvPr>
            <p:ph type="sldNum"/>
          </p:nvPr>
        </p:nvSpPr>
        <p:spPr>
          <a:xfrm rot="0">
            <a:off x="4398963" y="9555163"/>
            <a:ext cx="3371850" cy="501649"/>
          </a:xfrm>
          <a:prstGeom prst="rect"/>
          <a:noFill/>
          <a:ln w="12700" cmpd="sng" cap="flat">
            <a:noFill/>
            <a:prstDash val="solid"/>
            <a:round/>
          </a:ln>
        </p:spPr>
        <p:txBody>
          <a:bodyPr vert="horz" wrap="square" lIns="0" tIns="0" rIns="0" bIns="0" anchor="b" anchorCtr="0">
            <a:prstTxWarp prst="textNoShape"/>
          </a:bodyPr>
          <a:lstStyle/>
          <a:p>
            <a:pPr marL="0" indent="0" algn="r">
              <a:lnSpc>
                <a:spcPct val="93000"/>
              </a:lnSpc>
              <a:spcBef>
                <a:spcPts val="0"/>
              </a:spcBef>
              <a:spcAft>
                <a:spcPts val="0"/>
              </a:spcAft>
            </a:pPr>
            <a:fld id="{CAD2D6BD-DE1B-4B5F-8B41-2702339687B9}" type="slidenum">
              <a:rPr lang="en-US" altLang="zh-CN" sz="1400" b="0" i="0" u="none" strike="noStrike" kern="0" cap="none" spc="0" baseline="0">
                <a:solidFill>
                  <a:srgbClr val="000000"/>
                </a:solidFill>
                <a:latin typeface="Times New Roman" pitchFamily="0" charset="0"/>
                <a:ea typeface="Times New Roman" pitchFamily="0" charset="0"/>
                <a:cs typeface="Times New Roman" pitchFamily="0" charset="0"/>
                <a:sym typeface="Times New Roman" pitchFamily="0" charset="0"/>
              </a:rPr>
              <a:t>3</a:t>
            </a:fld>
            <a:endParaRPr lang="zh-CN" altLang="en-US" sz="1400" b="0" i="0" u="none" strike="noStrike" cap="none">
              <a:solidFill>
                <a:srgbClr val="000000"/>
              </a:solidFill>
              <a:latin typeface="Times New Roman" pitchFamily="0" charset="0"/>
              <a:ea typeface="Times New Roman" pitchFamily="0" charset="0"/>
              <a:cs typeface="Times New Roman" pitchFamily="0" charset="0"/>
              <a:sym typeface="Times New Roman" pitchFamily="0" charset="0"/>
            </a:endParaRPr>
          </a:p>
        </p:txBody>
      </p:sp>
      <p:sp>
        <p:nvSpPr>
          <p:cNvPr id="48" name="对象"/>
          <p:cNvSpPr>
            <a:spLocks noGrp="1" noChangeAspect="1"/>
          </p:cNvSpPr>
          <p:nvPr>
            <p:ph type="sldImg" idx="2"/>
          </p:nvPr>
        </p:nvSpPr>
        <p:spPr>
          <a:xfrm rot="0">
            <a:off x="533400" y="763588"/>
            <a:ext cx="6704013" cy="3771900"/>
          </a:xfrm>
          <a:custGeom>
            <a:gdLst>
              <a:gd name="T1" fmla="*/ 0 w 21600"/>
              <a:gd name="T2" fmla="*/ 0 h 21600"/>
              <a:gd name="T3" fmla="*/ 21600 w 21600"/>
              <a:gd name="T4" fmla="*/ 21600 h 21600"/>
            </a:gdLst>
            <a:rect l="T1" t="T2" r="T3" b="T4"/>
            <a:pathLst>
              <a:path w="21600" h="21600">
                <a:moveTo>
                  <a:pt x="0" y="0"/>
                </a:moveTo>
                <a:lnTo>
                  <a:pt x="21600" y="0"/>
                </a:lnTo>
                <a:lnTo>
                  <a:pt x="21600" y="21600"/>
                </a:lnTo>
                <a:lnTo>
                  <a:pt x="0" y="21600"/>
                </a:lnTo>
                <a:close/>
              </a:path>
            </a:pathLst>
          </a:custGeom>
          <a:solidFill>
            <a:srgbClr val="FFFFFF"/>
          </a:solidFill>
          <a:ln w="9525" cmpd="sng" cap="flat">
            <a:solidFill>
              <a:srgbClr val="000000"/>
            </a:solidFill>
            <a:prstDash val="solid"/>
            <a:miter/>
          </a:ln>
        </p:spPr>
      </p:sp>
      <p:sp>
        <p:nvSpPr>
          <p:cNvPr id="49" name="文本框"/>
          <p:cNvSpPr>
            <a:spLocks noGrp="1"/>
          </p:cNvSpPr>
          <p:nvPr>
            <p:ph type="body" idx="1"/>
          </p:nvPr>
        </p:nvSpPr>
        <p:spPr>
          <a:xfrm rot="0">
            <a:off x="777875" y="4776788"/>
            <a:ext cx="6218238" cy="4525960"/>
          </a:xfrm>
          <a:prstGeom prst="rect"/>
          <a:noFill/>
          <a:ln w="12700" cmpd="sng" cap="flat">
            <a:noFill/>
            <a:prstDash val="solid"/>
            <a:round/>
          </a:ln>
        </p:spPr>
        <p:txBody>
          <a:bodyPr vert="horz" wrap="square" lIns="0" tIns="0" rIns="0" bIns="0" anchor="ctr" anchorCtr="0">
            <a:prstTxWarp prst="textNoShape"/>
          </a:bodyPr>
          <a:lstStyle/>
          <a:p>
            <a:endParaRPr lang="zh-CN" altLang="en-US"/>
          </a:p>
        </p:txBody>
      </p:sp>
    </p:spTree>
    <p:extLst>
      <p:ext uri="{BB962C8B-B14F-4D97-AF65-F5344CB8AC3E}">
        <p14:creationId xmlns:p14="http://schemas.microsoft.com/office/powerpoint/2010/main" val="163416789"/>
      </p:ext>
    </p:extLst>
  </p:cSld>
  <p:clrMapOvr>
    <a:masterClrMapping/>
  </p:clrMapOvr>
</p:notes>
</file>

<file path=ppt/notesSlides/notesSlide4.xml><?xml version="1.0" encoding="utf-8"?>
<p:notes xmlns:p="http://schemas.openxmlformats.org/presentationml/2006/main" xmlns:r="http://schemas.openxmlformats.org/officeDocument/2006/relationships" xmlns:a="http://schemas.openxmlformats.org/drawingml/2006/main">
  <p:cSld>
    <p:bg>
      <p:bgPr>
        <a:solidFill>
          <a:srgbClr val="FFFFFF"/>
        </a:solidFill>
      </p:bgPr>
    </p:bg>
    <p:spTree>
      <p:nvGrpSpPr>
        <p:cNvPr id="1" name=""/>
        <p:cNvGrpSpPr/>
        <p:nvPr/>
      </p:nvGrpSpPr>
      <p:grpSpPr>
        <a:xfrm>
          <a:off x="0" y="0"/>
          <a:ext cx="0" cy="0"/>
          <a:chOff x="0" y="0"/>
          <a:chExt cx="0" cy="0"/>
        </a:xfrm>
      </p:grpSpPr>
      <p:sp>
        <p:nvSpPr>
          <p:cNvPr id="12" name="文本框"/>
          <p:cNvSpPr>
            <a:spLocks noGrp="1"/>
          </p:cNvSpPr>
          <p:nvPr>
            <p:ph type="sldNum"/>
          </p:nvPr>
        </p:nvSpPr>
        <p:spPr>
          <a:xfrm rot="0">
            <a:off x="4398963" y="9555163"/>
            <a:ext cx="3371850" cy="501649"/>
          </a:xfrm>
          <a:prstGeom prst="rect"/>
          <a:noFill/>
          <a:ln w="12700" cmpd="sng" cap="flat">
            <a:noFill/>
            <a:prstDash val="solid"/>
            <a:round/>
          </a:ln>
        </p:spPr>
        <p:txBody>
          <a:bodyPr vert="horz" wrap="square" lIns="0" tIns="0" rIns="0" bIns="0" anchor="b" anchorCtr="0">
            <a:prstTxWarp prst="textNoShape"/>
          </a:bodyPr>
          <a:lstStyle/>
          <a:p>
            <a:pPr marL="0" indent="0" algn="r">
              <a:lnSpc>
                <a:spcPct val="93000"/>
              </a:lnSpc>
              <a:spcBef>
                <a:spcPts val="0"/>
              </a:spcBef>
              <a:spcAft>
                <a:spcPts val="0"/>
              </a:spcAft>
            </a:pPr>
            <a:fld id="{CAD2D6BD-DE1B-4B5F-8B41-2702339687B9}" type="slidenum">
              <a:rPr lang="en-US" altLang="zh-CN" sz="1400" b="0" i="0" u="none" strike="noStrike" kern="0" cap="none" spc="0" baseline="0">
                <a:solidFill>
                  <a:srgbClr val="000000"/>
                </a:solidFill>
                <a:latin typeface="Times New Roman" pitchFamily="0" charset="0"/>
                <a:ea typeface="Times New Roman" pitchFamily="0" charset="0"/>
                <a:cs typeface="Times New Roman" pitchFamily="0" charset="0"/>
                <a:sym typeface="Times New Roman" pitchFamily="0" charset="0"/>
              </a:rPr>
              <a:t>4</a:t>
            </a:fld>
            <a:endParaRPr lang="zh-CN" altLang="en-US" sz="1400" b="0" i="0" u="none" strike="noStrike" cap="none">
              <a:solidFill>
                <a:srgbClr val="000000"/>
              </a:solidFill>
              <a:latin typeface="Times New Roman" pitchFamily="0" charset="0"/>
              <a:ea typeface="Times New Roman" pitchFamily="0" charset="0"/>
              <a:cs typeface="Times New Roman" pitchFamily="0" charset="0"/>
              <a:sym typeface="Times New Roman" pitchFamily="0" charset="0"/>
            </a:endParaRPr>
          </a:p>
        </p:txBody>
      </p:sp>
      <p:sp>
        <p:nvSpPr>
          <p:cNvPr id="56" name="对象"/>
          <p:cNvSpPr>
            <a:spLocks noGrp="1" noChangeAspect="1"/>
          </p:cNvSpPr>
          <p:nvPr>
            <p:ph type="sldImg" idx="2"/>
          </p:nvPr>
        </p:nvSpPr>
        <p:spPr>
          <a:xfrm rot="0">
            <a:off x="533400" y="763588"/>
            <a:ext cx="6704013" cy="3771900"/>
          </a:xfrm>
          <a:custGeom>
            <a:gdLst>
              <a:gd name="T1" fmla="*/ 0 w 21600"/>
              <a:gd name="T2" fmla="*/ 0 h 21600"/>
              <a:gd name="T3" fmla="*/ 21600 w 21600"/>
              <a:gd name="T4" fmla="*/ 21600 h 21600"/>
            </a:gdLst>
            <a:rect l="T1" t="T2" r="T3" b="T4"/>
            <a:pathLst>
              <a:path w="21600" h="21600">
                <a:moveTo>
                  <a:pt x="0" y="0"/>
                </a:moveTo>
                <a:lnTo>
                  <a:pt x="21600" y="0"/>
                </a:lnTo>
                <a:lnTo>
                  <a:pt x="21600" y="21600"/>
                </a:lnTo>
                <a:lnTo>
                  <a:pt x="0" y="21600"/>
                </a:lnTo>
                <a:close/>
              </a:path>
            </a:pathLst>
          </a:custGeom>
          <a:solidFill>
            <a:srgbClr val="FFFFFF"/>
          </a:solidFill>
          <a:ln w="9525" cmpd="sng" cap="flat">
            <a:solidFill>
              <a:srgbClr val="000000"/>
            </a:solidFill>
            <a:prstDash val="solid"/>
            <a:miter/>
          </a:ln>
        </p:spPr>
      </p:sp>
      <p:sp>
        <p:nvSpPr>
          <p:cNvPr id="57" name="文本框"/>
          <p:cNvSpPr>
            <a:spLocks noGrp="1"/>
          </p:cNvSpPr>
          <p:nvPr>
            <p:ph type="body" idx="1"/>
          </p:nvPr>
        </p:nvSpPr>
        <p:spPr>
          <a:xfrm rot="0">
            <a:off x="777875" y="4776788"/>
            <a:ext cx="6218238" cy="4525960"/>
          </a:xfrm>
          <a:prstGeom prst="rect"/>
          <a:noFill/>
          <a:ln w="12700" cmpd="sng" cap="flat">
            <a:noFill/>
            <a:prstDash val="solid"/>
            <a:round/>
          </a:ln>
        </p:spPr>
        <p:txBody>
          <a:bodyPr vert="horz" wrap="square" lIns="0" tIns="0" rIns="0" bIns="0" anchor="ctr" anchorCtr="0">
            <a:prstTxWarp prst="textNoShape"/>
          </a:bodyPr>
          <a:lstStyle/>
          <a:p>
            <a:endParaRPr lang="zh-CN" altLang="en-US"/>
          </a:p>
        </p:txBody>
      </p:sp>
    </p:spTree>
    <p:extLst>
      <p:ext uri="{BB962C8B-B14F-4D97-AF65-F5344CB8AC3E}">
        <p14:creationId xmlns:p14="http://schemas.microsoft.com/office/powerpoint/2010/main" val="1566107362"/>
      </p:ext>
    </p:extLst>
  </p:cSld>
  <p:clrMapOvr>
    <a:masterClrMapping/>
  </p:clrMapOvr>
</p:notes>
</file>

<file path=ppt/notesSlides/notesSlide5.xml><?xml version="1.0" encoding="utf-8"?>
<p:notes xmlns:p="http://schemas.openxmlformats.org/presentationml/2006/main" xmlns:r="http://schemas.openxmlformats.org/officeDocument/2006/relationships" xmlns:a="http://schemas.openxmlformats.org/drawingml/2006/main">
  <p:cSld>
    <p:bg>
      <p:bgPr>
        <a:solidFill>
          <a:srgbClr val="FFFFFF"/>
        </a:solidFill>
      </p:bgPr>
    </p:bg>
    <p:spTree>
      <p:nvGrpSpPr>
        <p:cNvPr id="1" name=""/>
        <p:cNvGrpSpPr/>
        <p:nvPr/>
      </p:nvGrpSpPr>
      <p:grpSpPr>
        <a:xfrm>
          <a:off x="0" y="0"/>
          <a:ext cx="0" cy="0"/>
          <a:chOff x="0" y="0"/>
          <a:chExt cx="0" cy="0"/>
        </a:xfrm>
      </p:grpSpPr>
      <p:sp>
        <p:nvSpPr>
          <p:cNvPr id="12" name="文本框"/>
          <p:cNvSpPr>
            <a:spLocks noGrp="1"/>
          </p:cNvSpPr>
          <p:nvPr>
            <p:ph type="sldNum"/>
          </p:nvPr>
        </p:nvSpPr>
        <p:spPr>
          <a:xfrm rot="0">
            <a:off x="4398963" y="9555163"/>
            <a:ext cx="3371850" cy="501649"/>
          </a:xfrm>
          <a:prstGeom prst="rect"/>
          <a:noFill/>
          <a:ln w="12700" cmpd="sng" cap="flat">
            <a:noFill/>
            <a:prstDash val="solid"/>
            <a:round/>
          </a:ln>
        </p:spPr>
        <p:txBody>
          <a:bodyPr vert="horz" wrap="square" lIns="0" tIns="0" rIns="0" bIns="0" anchor="b" anchorCtr="0">
            <a:prstTxWarp prst="textNoShape"/>
          </a:bodyPr>
          <a:lstStyle/>
          <a:p>
            <a:pPr marL="0" indent="0" algn="r">
              <a:lnSpc>
                <a:spcPct val="93000"/>
              </a:lnSpc>
              <a:spcBef>
                <a:spcPts val="0"/>
              </a:spcBef>
              <a:spcAft>
                <a:spcPts val="0"/>
              </a:spcAft>
            </a:pPr>
            <a:fld id="{CAD2D6BD-DE1B-4B5F-8B41-2702339687B9}" type="slidenum">
              <a:rPr lang="en-US" altLang="zh-CN" sz="1400" b="0" i="0" u="none" strike="noStrike" kern="0" cap="none" spc="0" baseline="0">
                <a:solidFill>
                  <a:srgbClr val="000000"/>
                </a:solidFill>
                <a:latin typeface="Times New Roman" pitchFamily="0" charset="0"/>
                <a:ea typeface="Times New Roman" pitchFamily="0" charset="0"/>
                <a:cs typeface="Times New Roman" pitchFamily="0" charset="0"/>
                <a:sym typeface="Times New Roman" pitchFamily="0" charset="0"/>
              </a:rPr>
              <a:t>5</a:t>
            </a:fld>
            <a:endParaRPr lang="zh-CN" altLang="en-US" sz="1400" b="0" i="0" u="none" strike="noStrike" cap="none">
              <a:solidFill>
                <a:srgbClr val="000000"/>
              </a:solidFill>
              <a:latin typeface="Times New Roman" pitchFamily="0" charset="0"/>
              <a:ea typeface="Times New Roman" pitchFamily="0" charset="0"/>
              <a:cs typeface="Times New Roman" pitchFamily="0" charset="0"/>
              <a:sym typeface="Times New Roman" pitchFamily="0" charset="0"/>
            </a:endParaRPr>
          </a:p>
        </p:txBody>
      </p:sp>
      <p:sp>
        <p:nvSpPr>
          <p:cNvPr id="63" name="对象"/>
          <p:cNvSpPr>
            <a:spLocks noGrp="1" noChangeAspect="1"/>
          </p:cNvSpPr>
          <p:nvPr>
            <p:ph type="sldImg" idx="2"/>
          </p:nvPr>
        </p:nvSpPr>
        <p:spPr>
          <a:xfrm rot="0">
            <a:off x="533400" y="763588"/>
            <a:ext cx="6704013" cy="3771900"/>
          </a:xfrm>
          <a:custGeom>
            <a:gdLst>
              <a:gd name="T1" fmla="*/ 0 w 21600"/>
              <a:gd name="T2" fmla="*/ 0 h 21600"/>
              <a:gd name="T3" fmla="*/ 21600 w 21600"/>
              <a:gd name="T4" fmla="*/ 21600 h 21600"/>
            </a:gdLst>
            <a:rect l="T1" t="T2" r="T3" b="T4"/>
            <a:pathLst>
              <a:path w="21600" h="21600">
                <a:moveTo>
                  <a:pt x="0" y="0"/>
                </a:moveTo>
                <a:lnTo>
                  <a:pt x="21600" y="0"/>
                </a:lnTo>
                <a:lnTo>
                  <a:pt x="21600" y="21600"/>
                </a:lnTo>
                <a:lnTo>
                  <a:pt x="0" y="21600"/>
                </a:lnTo>
                <a:close/>
              </a:path>
            </a:pathLst>
          </a:custGeom>
          <a:solidFill>
            <a:srgbClr val="FFFFFF"/>
          </a:solidFill>
          <a:ln w="9525" cmpd="sng" cap="flat">
            <a:solidFill>
              <a:srgbClr val="000000"/>
            </a:solidFill>
            <a:prstDash val="solid"/>
            <a:miter/>
          </a:ln>
        </p:spPr>
      </p:sp>
      <p:sp>
        <p:nvSpPr>
          <p:cNvPr id="64" name="文本框"/>
          <p:cNvSpPr>
            <a:spLocks noGrp="1"/>
          </p:cNvSpPr>
          <p:nvPr>
            <p:ph type="body" idx="1"/>
          </p:nvPr>
        </p:nvSpPr>
        <p:spPr>
          <a:xfrm rot="0">
            <a:off x="777875" y="4776788"/>
            <a:ext cx="6218238" cy="4525960"/>
          </a:xfrm>
          <a:prstGeom prst="rect"/>
          <a:noFill/>
          <a:ln w="12700" cmpd="sng" cap="flat">
            <a:noFill/>
            <a:prstDash val="solid"/>
            <a:round/>
          </a:ln>
        </p:spPr>
        <p:txBody>
          <a:bodyPr vert="horz" wrap="square" lIns="0" tIns="0" rIns="0" bIns="0" anchor="ctr" anchorCtr="0">
            <a:prstTxWarp prst="textNoShape"/>
          </a:bodyPr>
          <a:lstStyle/>
          <a:p>
            <a:endParaRPr lang="zh-CN" altLang="en-US"/>
          </a:p>
        </p:txBody>
      </p:sp>
    </p:spTree>
    <p:extLst>
      <p:ext uri="{BB962C8B-B14F-4D97-AF65-F5344CB8AC3E}">
        <p14:creationId xmlns:p14="http://schemas.microsoft.com/office/powerpoint/2010/main" val="14559414"/>
      </p:ext>
    </p:extLst>
  </p:cSld>
  <p:clrMapOvr>
    <a:masterClrMapping/>
  </p:clrMapOvr>
</p:notes>
</file>

<file path=ppt/notesSlides/notesSlide6.xml><?xml version="1.0" encoding="utf-8"?>
<p:notes xmlns:p="http://schemas.openxmlformats.org/presentationml/2006/main" xmlns:r="http://schemas.openxmlformats.org/officeDocument/2006/relationships" xmlns:a="http://schemas.openxmlformats.org/drawingml/2006/main">
  <p:cSld>
    <p:bg>
      <p:bgPr>
        <a:solidFill>
          <a:srgbClr val="FFFFFF"/>
        </a:solidFill>
      </p:bgPr>
    </p:bg>
    <p:spTree>
      <p:nvGrpSpPr>
        <p:cNvPr id="1" name=""/>
        <p:cNvGrpSpPr/>
        <p:nvPr/>
      </p:nvGrpSpPr>
      <p:grpSpPr>
        <a:xfrm>
          <a:off x="0" y="0"/>
          <a:ext cx="0" cy="0"/>
          <a:chOff x="0" y="0"/>
          <a:chExt cx="0" cy="0"/>
        </a:xfrm>
      </p:grpSpPr>
      <p:sp>
        <p:nvSpPr>
          <p:cNvPr id="12" name="文本框"/>
          <p:cNvSpPr>
            <a:spLocks noGrp="1"/>
          </p:cNvSpPr>
          <p:nvPr>
            <p:ph type="sldNum"/>
          </p:nvPr>
        </p:nvSpPr>
        <p:spPr>
          <a:xfrm rot="0">
            <a:off x="4398963" y="9555163"/>
            <a:ext cx="3371850" cy="501649"/>
          </a:xfrm>
          <a:prstGeom prst="rect"/>
          <a:noFill/>
          <a:ln w="12700" cmpd="sng" cap="flat">
            <a:noFill/>
            <a:prstDash val="solid"/>
            <a:round/>
          </a:ln>
        </p:spPr>
        <p:txBody>
          <a:bodyPr vert="horz" wrap="square" lIns="0" tIns="0" rIns="0" bIns="0" anchor="b" anchorCtr="0">
            <a:prstTxWarp prst="textNoShape"/>
          </a:bodyPr>
          <a:lstStyle/>
          <a:p>
            <a:pPr marL="0" indent="0" algn="r">
              <a:lnSpc>
                <a:spcPct val="93000"/>
              </a:lnSpc>
              <a:spcBef>
                <a:spcPts val="0"/>
              </a:spcBef>
              <a:spcAft>
                <a:spcPts val="0"/>
              </a:spcAft>
            </a:pPr>
            <a:fld id="{CAD2D6BD-DE1B-4B5F-8B41-2702339687B9}" type="slidenum">
              <a:rPr lang="en-US" altLang="zh-CN" sz="1400" b="0" i="0" u="none" strike="noStrike" kern="0" cap="none" spc="0" baseline="0">
                <a:solidFill>
                  <a:srgbClr val="000000"/>
                </a:solidFill>
                <a:latin typeface="Times New Roman" pitchFamily="0" charset="0"/>
                <a:ea typeface="Times New Roman" pitchFamily="0" charset="0"/>
                <a:cs typeface="Times New Roman" pitchFamily="0" charset="0"/>
                <a:sym typeface="Times New Roman" pitchFamily="0" charset="0"/>
              </a:rPr>
              <a:t>6</a:t>
            </a:fld>
            <a:endParaRPr lang="zh-CN" altLang="en-US" sz="1400" b="0" i="0" u="none" strike="noStrike" cap="none">
              <a:solidFill>
                <a:srgbClr val="000000"/>
              </a:solidFill>
              <a:latin typeface="Times New Roman" pitchFamily="0" charset="0"/>
              <a:ea typeface="Times New Roman" pitchFamily="0" charset="0"/>
              <a:cs typeface="Times New Roman" pitchFamily="0" charset="0"/>
              <a:sym typeface="Times New Roman" pitchFamily="0" charset="0"/>
            </a:endParaRPr>
          </a:p>
        </p:txBody>
      </p:sp>
      <p:sp>
        <p:nvSpPr>
          <p:cNvPr id="70" name="对象"/>
          <p:cNvSpPr>
            <a:spLocks noGrp="1" noChangeAspect="1"/>
          </p:cNvSpPr>
          <p:nvPr>
            <p:ph type="sldImg" idx="2"/>
          </p:nvPr>
        </p:nvSpPr>
        <p:spPr>
          <a:xfrm rot="0">
            <a:off x="533400" y="763588"/>
            <a:ext cx="6704013" cy="3771900"/>
          </a:xfrm>
          <a:custGeom>
            <a:gdLst>
              <a:gd name="T1" fmla="*/ 0 w 21600"/>
              <a:gd name="T2" fmla="*/ 0 h 21600"/>
              <a:gd name="T3" fmla="*/ 21600 w 21600"/>
              <a:gd name="T4" fmla="*/ 21600 h 21600"/>
            </a:gdLst>
            <a:rect l="T1" t="T2" r="T3" b="T4"/>
            <a:pathLst>
              <a:path w="21600" h="21600">
                <a:moveTo>
                  <a:pt x="0" y="0"/>
                </a:moveTo>
                <a:lnTo>
                  <a:pt x="21600" y="0"/>
                </a:lnTo>
                <a:lnTo>
                  <a:pt x="21600" y="21600"/>
                </a:lnTo>
                <a:lnTo>
                  <a:pt x="0" y="21600"/>
                </a:lnTo>
                <a:close/>
              </a:path>
            </a:pathLst>
          </a:custGeom>
          <a:solidFill>
            <a:srgbClr val="FFFFFF"/>
          </a:solidFill>
          <a:ln w="9525" cmpd="sng" cap="flat">
            <a:solidFill>
              <a:srgbClr val="000000"/>
            </a:solidFill>
            <a:prstDash val="solid"/>
            <a:miter/>
          </a:ln>
        </p:spPr>
      </p:sp>
      <p:sp>
        <p:nvSpPr>
          <p:cNvPr id="71" name="文本框"/>
          <p:cNvSpPr>
            <a:spLocks noGrp="1"/>
          </p:cNvSpPr>
          <p:nvPr>
            <p:ph type="body" idx="1"/>
          </p:nvPr>
        </p:nvSpPr>
        <p:spPr>
          <a:xfrm rot="0">
            <a:off x="777875" y="4776788"/>
            <a:ext cx="6218100" cy="4526100"/>
          </a:xfrm>
          <a:prstGeom prst="rect"/>
          <a:noFill/>
          <a:ln w="12700" cmpd="sng" cap="flat">
            <a:noFill/>
            <a:prstDash val="solid"/>
            <a:round/>
          </a:ln>
        </p:spPr>
        <p:txBody>
          <a:bodyPr vert="horz" wrap="square" lIns="0" tIns="0" rIns="0" bIns="0" anchor="ctr" anchorCtr="0">
            <a:prstTxWarp prst="textNoShape"/>
          </a:bodyPr>
          <a:lstStyle/>
          <a:p>
            <a:endParaRPr lang="zh-CN" altLang="en-US"/>
          </a:p>
        </p:txBody>
      </p:sp>
    </p:spTree>
    <p:extLst>
      <p:ext uri="{BB962C8B-B14F-4D97-AF65-F5344CB8AC3E}">
        <p14:creationId xmlns:p14="http://schemas.microsoft.com/office/powerpoint/2010/main" val="245571844"/>
      </p:ext>
    </p:extLst>
  </p:cSld>
  <p:clrMapOvr>
    <a:masterClrMapping/>
  </p:clrMapOvr>
</p:notes>
</file>

<file path=ppt/notesSlides/notesSlide7.xml><?xml version="1.0" encoding="utf-8"?>
<p:notes xmlns:p="http://schemas.openxmlformats.org/presentationml/2006/main" xmlns:r="http://schemas.openxmlformats.org/officeDocument/2006/relationships" xmlns:a="http://schemas.openxmlformats.org/drawingml/2006/main">
  <p:cSld>
    <p:bg>
      <p:bgPr>
        <a:solidFill>
          <a:srgbClr val="FFFFFF"/>
        </a:solidFill>
      </p:bgPr>
    </p:bg>
    <p:spTree>
      <p:nvGrpSpPr>
        <p:cNvPr id="1" name=""/>
        <p:cNvGrpSpPr/>
        <p:nvPr/>
      </p:nvGrpSpPr>
      <p:grpSpPr>
        <a:xfrm>
          <a:off x="0" y="0"/>
          <a:ext cx="0" cy="0"/>
          <a:chOff x="0" y="0"/>
          <a:chExt cx="0" cy="0"/>
        </a:xfrm>
      </p:grpSpPr>
      <p:sp>
        <p:nvSpPr>
          <p:cNvPr id="12" name="文本框"/>
          <p:cNvSpPr>
            <a:spLocks noGrp="1"/>
          </p:cNvSpPr>
          <p:nvPr>
            <p:ph type="sldNum"/>
          </p:nvPr>
        </p:nvSpPr>
        <p:spPr>
          <a:xfrm rot="0">
            <a:off x="4398963" y="9555163"/>
            <a:ext cx="3371850" cy="501649"/>
          </a:xfrm>
          <a:prstGeom prst="rect"/>
          <a:noFill/>
          <a:ln w="12700" cmpd="sng" cap="flat">
            <a:noFill/>
            <a:prstDash val="solid"/>
            <a:round/>
          </a:ln>
        </p:spPr>
        <p:txBody>
          <a:bodyPr vert="horz" wrap="square" lIns="0" tIns="0" rIns="0" bIns="0" anchor="b" anchorCtr="0">
            <a:prstTxWarp prst="textNoShape"/>
          </a:bodyPr>
          <a:lstStyle/>
          <a:p>
            <a:pPr marL="0" indent="0" algn="r">
              <a:lnSpc>
                <a:spcPct val="93000"/>
              </a:lnSpc>
              <a:spcBef>
                <a:spcPts val="0"/>
              </a:spcBef>
              <a:spcAft>
                <a:spcPts val="0"/>
              </a:spcAft>
            </a:pPr>
            <a:fld id="{CAD2D6BD-DE1B-4B5F-8B41-2702339687B9}" type="slidenum">
              <a:rPr lang="en-US" altLang="zh-CN" sz="1400" b="0" i="0" u="none" strike="noStrike" kern="0" cap="none" spc="0" baseline="0">
                <a:solidFill>
                  <a:srgbClr val="000000"/>
                </a:solidFill>
                <a:latin typeface="Times New Roman" pitchFamily="0" charset="0"/>
                <a:ea typeface="Times New Roman" pitchFamily="0" charset="0"/>
                <a:cs typeface="Times New Roman" pitchFamily="0" charset="0"/>
                <a:sym typeface="Times New Roman" pitchFamily="0" charset="0"/>
              </a:rPr>
              <a:t>7</a:t>
            </a:fld>
            <a:endParaRPr lang="zh-CN" altLang="en-US" sz="1400" b="0" i="0" u="none" strike="noStrike" cap="none">
              <a:solidFill>
                <a:srgbClr val="000000"/>
              </a:solidFill>
              <a:latin typeface="Times New Roman" pitchFamily="0" charset="0"/>
              <a:ea typeface="Times New Roman" pitchFamily="0" charset="0"/>
              <a:cs typeface="Times New Roman" pitchFamily="0" charset="0"/>
              <a:sym typeface="Times New Roman" pitchFamily="0" charset="0"/>
            </a:endParaRPr>
          </a:p>
        </p:txBody>
      </p:sp>
      <p:sp>
        <p:nvSpPr>
          <p:cNvPr id="77" name="对象"/>
          <p:cNvSpPr>
            <a:spLocks noGrp="1" noChangeAspect="1"/>
          </p:cNvSpPr>
          <p:nvPr>
            <p:ph type="sldImg" idx="2"/>
          </p:nvPr>
        </p:nvSpPr>
        <p:spPr>
          <a:xfrm rot="0">
            <a:off x="533400" y="763588"/>
            <a:ext cx="6704013" cy="3771900"/>
          </a:xfrm>
          <a:custGeom>
            <a:gdLst>
              <a:gd name="T1" fmla="*/ 0 w 21600"/>
              <a:gd name="T2" fmla="*/ 0 h 21600"/>
              <a:gd name="T3" fmla="*/ 21600 w 21600"/>
              <a:gd name="T4" fmla="*/ 21600 h 21600"/>
            </a:gdLst>
            <a:rect l="T1" t="T2" r="T3" b="T4"/>
            <a:pathLst>
              <a:path w="21600" h="21600">
                <a:moveTo>
                  <a:pt x="0" y="0"/>
                </a:moveTo>
                <a:lnTo>
                  <a:pt x="21600" y="0"/>
                </a:lnTo>
                <a:lnTo>
                  <a:pt x="21600" y="21600"/>
                </a:lnTo>
                <a:lnTo>
                  <a:pt x="0" y="21600"/>
                </a:lnTo>
                <a:close/>
              </a:path>
            </a:pathLst>
          </a:custGeom>
          <a:solidFill>
            <a:srgbClr val="FFFFFF"/>
          </a:solidFill>
          <a:ln w="9525" cmpd="sng" cap="flat">
            <a:solidFill>
              <a:srgbClr val="000000"/>
            </a:solidFill>
            <a:prstDash val="solid"/>
            <a:miter/>
          </a:ln>
        </p:spPr>
      </p:sp>
      <p:sp>
        <p:nvSpPr>
          <p:cNvPr id="78" name="文本框"/>
          <p:cNvSpPr>
            <a:spLocks noGrp="1"/>
          </p:cNvSpPr>
          <p:nvPr>
            <p:ph type="body" idx="1"/>
          </p:nvPr>
        </p:nvSpPr>
        <p:spPr>
          <a:xfrm rot="0">
            <a:off x="777875" y="4776788"/>
            <a:ext cx="6218100" cy="4526100"/>
          </a:xfrm>
          <a:prstGeom prst="rect"/>
          <a:noFill/>
          <a:ln w="12700" cmpd="sng" cap="flat">
            <a:noFill/>
            <a:prstDash val="solid"/>
            <a:round/>
          </a:ln>
        </p:spPr>
        <p:txBody>
          <a:bodyPr vert="horz" wrap="square" lIns="0" tIns="0" rIns="0" bIns="0" anchor="ctr" anchorCtr="0">
            <a:prstTxWarp prst="textNoShape"/>
          </a:bodyPr>
          <a:lstStyle/>
          <a:p>
            <a:endParaRPr lang="zh-CN" altLang="en-US"/>
          </a:p>
        </p:txBody>
      </p:sp>
    </p:spTree>
    <p:extLst>
      <p:ext uri="{BB962C8B-B14F-4D97-AF65-F5344CB8AC3E}">
        <p14:creationId xmlns:p14="http://schemas.microsoft.com/office/powerpoint/2010/main" val="23754361"/>
      </p:ext>
    </p:extLst>
  </p:cSld>
  <p:clrMapOvr>
    <a:masterClrMapping/>
  </p:clrMapOvr>
</p:notes>
</file>

<file path=ppt/notesSlides/notesSlide8.xml><?xml version="1.0" encoding="utf-8"?>
<p:notes xmlns:p="http://schemas.openxmlformats.org/presentationml/2006/main" xmlns:r="http://schemas.openxmlformats.org/officeDocument/2006/relationships" xmlns:a="http://schemas.openxmlformats.org/drawingml/2006/main">
  <p:cSld>
    <p:bg>
      <p:bgPr>
        <a:solidFill>
          <a:srgbClr val="FFFFFF"/>
        </a:solidFill>
      </p:bgPr>
    </p:bg>
    <p:spTree>
      <p:nvGrpSpPr>
        <p:cNvPr id="1" name=""/>
        <p:cNvGrpSpPr/>
        <p:nvPr/>
      </p:nvGrpSpPr>
      <p:grpSpPr>
        <a:xfrm>
          <a:off x="0" y="0"/>
          <a:ext cx="0" cy="0"/>
          <a:chOff x="0" y="0"/>
          <a:chExt cx="0" cy="0"/>
        </a:xfrm>
      </p:grpSpPr>
      <p:sp>
        <p:nvSpPr>
          <p:cNvPr id="12" name="文本框"/>
          <p:cNvSpPr>
            <a:spLocks noGrp="1"/>
          </p:cNvSpPr>
          <p:nvPr>
            <p:ph type="sldNum"/>
          </p:nvPr>
        </p:nvSpPr>
        <p:spPr>
          <a:xfrm rot="0">
            <a:off x="4398963" y="9555163"/>
            <a:ext cx="3371850" cy="501649"/>
          </a:xfrm>
          <a:prstGeom prst="rect"/>
          <a:noFill/>
          <a:ln w="12700" cmpd="sng" cap="flat">
            <a:noFill/>
            <a:prstDash val="solid"/>
            <a:round/>
          </a:ln>
        </p:spPr>
        <p:txBody>
          <a:bodyPr vert="horz" wrap="square" lIns="0" tIns="0" rIns="0" bIns="0" anchor="b" anchorCtr="0">
            <a:prstTxWarp prst="textNoShape"/>
          </a:bodyPr>
          <a:lstStyle/>
          <a:p>
            <a:pPr marL="0" indent="0" algn="r">
              <a:lnSpc>
                <a:spcPct val="93000"/>
              </a:lnSpc>
              <a:spcBef>
                <a:spcPts val="0"/>
              </a:spcBef>
              <a:spcAft>
                <a:spcPts val="0"/>
              </a:spcAft>
            </a:pPr>
            <a:fld id="{CAD2D6BD-DE1B-4B5F-8B41-2702339687B9}" type="slidenum">
              <a:rPr lang="en-US" altLang="zh-CN" sz="1400" b="0" i="0" u="none" strike="noStrike" kern="0" cap="none" spc="0" baseline="0">
                <a:solidFill>
                  <a:srgbClr val="000000"/>
                </a:solidFill>
                <a:latin typeface="Times New Roman" pitchFamily="0" charset="0"/>
                <a:ea typeface="Times New Roman" pitchFamily="0" charset="0"/>
                <a:cs typeface="Times New Roman" pitchFamily="0" charset="0"/>
                <a:sym typeface="Times New Roman" pitchFamily="0" charset="0"/>
              </a:rPr>
              <a:t>8</a:t>
            </a:fld>
            <a:endParaRPr lang="zh-CN" altLang="en-US" sz="1400" b="0" i="0" u="none" strike="noStrike" cap="none">
              <a:solidFill>
                <a:srgbClr val="000000"/>
              </a:solidFill>
              <a:latin typeface="Times New Roman" pitchFamily="0" charset="0"/>
              <a:ea typeface="Times New Roman" pitchFamily="0" charset="0"/>
              <a:cs typeface="Times New Roman" pitchFamily="0" charset="0"/>
              <a:sym typeface="Times New Roman" pitchFamily="0" charset="0"/>
            </a:endParaRPr>
          </a:p>
        </p:txBody>
      </p:sp>
      <p:sp>
        <p:nvSpPr>
          <p:cNvPr id="84" name="对象"/>
          <p:cNvSpPr>
            <a:spLocks noGrp="1" noChangeAspect="1"/>
          </p:cNvSpPr>
          <p:nvPr>
            <p:ph type="sldImg" idx="2"/>
          </p:nvPr>
        </p:nvSpPr>
        <p:spPr>
          <a:xfrm rot="0">
            <a:off x="533400" y="763588"/>
            <a:ext cx="6704013" cy="3771900"/>
          </a:xfrm>
          <a:custGeom>
            <a:gdLst>
              <a:gd name="T1" fmla="*/ 0 w 21600"/>
              <a:gd name="T2" fmla="*/ 0 h 21600"/>
              <a:gd name="T3" fmla="*/ 21600 w 21600"/>
              <a:gd name="T4" fmla="*/ 21600 h 21600"/>
            </a:gdLst>
            <a:rect l="T1" t="T2" r="T3" b="T4"/>
            <a:pathLst>
              <a:path w="21600" h="21600">
                <a:moveTo>
                  <a:pt x="0" y="0"/>
                </a:moveTo>
                <a:lnTo>
                  <a:pt x="21600" y="0"/>
                </a:lnTo>
                <a:lnTo>
                  <a:pt x="21600" y="21600"/>
                </a:lnTo>
                <a:lnTo>
                  <a:pt x="0" y="21600"/>
                </a:lnTo>
                <a:close/>
              </a:path>
            </a:pathLst>
          </a:custGeom>
          <a:solidFill>
            <a:srgbClr val="FFFFFF"/>
          </a:solidFill>
          <a:ln w="9525" cmpd="sng" cap="flat">
            <a:solidFill>
              <a:srgbClr val="000000"/>
            </a:solidFill>
            <a:prstDash val="solid"/>
            <a:miter/>
          </a:ln>
        </p:spPr>
      </p:sp>
      <p:sp>
        <p:nvSpPr>
          <p:cNvPr id="85" name="文本框"/>
          <p:cNvSpPr>
            <a:spLocks noGrp="1"/>
          </p:cNvSpPr>
          <p:nvPr>
            <p:ph type="body" idx="1"/>
          </p:nvPr>
        </p:nvSpPr>
        <p:spPr>
          <a:xfrm rot="0">
            <a:off x="777875" y="4776788"/>
            <a:ext cx="6218100" cy="4526100"/>
          </a:xfrm>
          <a:prstGeom prst="rect"/>
          <a:noFill/>
          <a:ln w="12700" cmpd="sng" cap="flat">
            <a:noFill/>
            <a:prstDash val="solid"/>
            <a:round/>
          </a:ln>
        </p:spPr>
        <p:txBody>
          <a:bodyPr vert="horz" wrap="square" lIns="0" tIns="0" rIns="0" bIns="0" anchor="ctr" anchorCtr="0">
            <a:prstTxWarp prst="textNoShape"/>
          </a:bodyPr>
          <a:lstStyle/>
          <a:p>
            <a:endParaRPr lang="zh-CN" altLang="en-US"/>
          </a:p>
        </p:txBody>
      </p:sp>
    </p:spTree>
    <p:extLst>
      <p:ext uri="{BB962C8B-B14F-4D97-AF65-F5344CB8AC3E}">
        <p14:creationId xmlns:p14="http://schemas.microsoft.com/office/powerpoint/2010/main" val="1454731048"/>
      </p:ext>
    </p:extLst>
  </p:cSld>
  <p:clrMapOvr>
    <a:masterClrMapping/>
  </p:clrMapOvr>
</p:notes>
</file>

<file path=ppt/notesSlides/notesSlide9.xml><?xml version="1.0" encoding="utf-8"?>
<p:notes xmlns:p="http://schemas.openxmlformats.org/presentationml/2006/main" xmlns:r="http://schemas.openxmlformats.org/officeDocument/2006/relationships" xmlns:a="http://schemas.openxmlformats.org/drawingml/2006/main">
  <p:cSld>
    <p:bg>
      <p:bgPr>
        <a:solidFill>
          <a:srgbClr val="FFFFFF"/>
        </a:solidFill>
      </p:bgPr>
    </p:bg>
    <p:spTree>
      <p:nvGrpSpPr>
        <p:cNvPr id="1" name=""/>
        <p:cNvGrpSpPr/>
        <p:nvPr/>
      </p:nvGrpSpPr>
      <p:grpSpPr>
        <a:xfrm>
          <a:off x="0" y="0"/>
          <a:ext cx="0" cy="0"/>
          <a:chOff x="0" y="0"/>
          <a:chExt cx="0" cy="0"/>
        </a:xfrm>
      </p:grpSpPr>
      <p:sp>
        <p:nvSpPr>
          <p:cNvPr id="12" name="文本框"/>
          <p:cNvSpPr>
            <a:spLocks noGrp="1"/>
          </p:cNvSpPr>
          <p:nvPr>
            <p:ph type="sldNum"/>
          </p:nvPr>
        </p:nvSpPr>
        <p:spPr>
          <a:xfrm rot="0">
            <a:off x="4398963" y="9555163"/>
            <a:ext cx="3371850" cy="501649"/>
          </a:xfrm>
          <a:prstGeom prst="rect"/>
          <a:noFill/>
          <a:ln w="12700" cmpd="sng" cap="flat">
            <a:noFill/>
            <a:prstDash val="solid"/>
            <a:round/>
          </a:ln>
        </p:spPr>
        <p:txBody>
          <a:bodyPr vert="horz" wrap="square" lIns="0" tIns="0" rIns="0" bIns="0" anchor="b" anchorCtr="0">
            <a:prstTxWarp prst="textNoShape"/>
          </a:bodyPr>
          <a:lstStyle/>
          <a:p>
            <a:pPr marL="0" indent="0" algn="r">
              <a:lnSpc>
                <a:spcPct val="93000"/>
              </a:lnSpc>
              <a:spcBef>
                <a:spcPts val="0"/>
              </a:spcBef>
              <a:spcAft>
                <a:spcPts val="0"/>
              </a:spcAft>
            </a:pPr>
            <a:fld id="{CAD2D6BD-DE1B-4B5F-8B41-2702339687B9}" type="slidenum">
              <a:rPr lang="en-US" altLang="zh-CN" sz="1400" b="0" i="0" u="none" strike="noStrike" kern="0" cap="none" spc="0" baseline="0">
                <a:solidFill>
                  <a:srgbClr val="000000"/>
                </a:solidFill>
                <a:latin typeface="Times New Roman" pitchFamily="0" charset="0"/>
                <a:ea typeface="Times New Roman" pitchFamily="0" charset="0"/>
                <a:cs typeface="Times New Roman" pitchFamily="0" charset="0"/>
                <a:sym typeface="Times New Roman" pitchFamily="0" charset="0"/>
              </a:rPr>
              <a:t>9</a:t>
            </a:fld>
            <a:endParaRPr lang="zh-CN" altLang="en-US" sz="1400" b="0" i="0" u="none" strike="noStrike" cap="none">
              <a:solidFill>
                <a:srgbClr val="000000"/>
              </a:solidFill>
              <a:latin typeface="Times New Roman" pitchFamily="0" charset="0"/>
              <a:ea typeface="Times New Roman" pitchFamily="0" charset="0"/>
              <a:cs typeface="Times New Roman" pitchFamily="0" charset="0"/>
              <a:sym typeface="Times New Roman" pitchFamily="0" charset="0"/>
            </a:endParaRPr>
          </a:p>
        </p:txBody>
      </p:sp>
      <p:sp>
        <p:nvSpPr>
          <p:cNvPr id="88" name="对象"/>
          <p:cNvSpPr>
            <a:spLocks noGrp="1" noChangeAspect="1"/>
          </p:cNvSpPr>
          <p:nvPr>
            <p:ph type="sldImg" idx="2"/>
          </p:nvPr>
        </p:nvSpPr>
        <p:spPr>
          <a:xfrm rot="0">
            <a:off x="533400" y="763588"/>
            <a:ext cx="6704013" cy="3771900"/>
          </a:xfrm>
          <a:custGeom>
            <a:gdLst>
              <a:gd name="T1" fmla="*/ 0 w 21600"/>
              <a:gd name="T2" fmla="*/ 0 h 21600"/>
              <a:gd name="T3" fmla="*/ 21600 w 21600"/>
              <a:gd name="T4" fmla="*/ 21600 h 21600"/>
            </a:gdLst>
            <a:rect l="T1" t="T2" r="T3" b="T4"/>
            <a:pathLst>
              <a:path w="21600" h="21600">
                <a:moveTo>
                  <a:pt x="0" y="0"/>
                </a:moveTo>
                <a:lnTo>
                  <a:pt x="21600" y="0"/>
                </a:lnTo>
                <a:lnTo>
                  <a:pt x="21600" y="21600"/>
                </a:lnTo>
                <a:lnTo>
                  <a:pt x="0" y="21600"/>
                </a:lnTo>
                <a:close/>
              </a:path>
            </a:pathLst>
          </a:custGeom>
          <a:solidFill>
            <a:srgbClr val="FFFFFF"/>
          </a:solidFill>
          <a:ln w="9525" cmpd="sng" cap="flat">
            <a:solidFill>
              <a:srgbClr val="000000"/>
            </a:solidFill>
            <a:prstDash val="solid"/>
            <a:miter/>
          </a:ln>
        </p:spPr>
      </p:sp>
      <p:sp>
        <p:nvSpPr>
          <p:cNvPr id="89" name="文本框"/>
          <p:cNvSpPr>
            <a:spLocks noGrp="1"/>
          </p:cNvSpPr>
          <p:nvPr>
            <p:ph type="body" idx="1"/>
          </p:nvPr>
        </p:nvSpPr>
        <p:spPr>
          <a:xfrm rot="0">
            <a:off x="777875" y="4776788"/>
            <a:ext cx="6218100" cy="4526100"/>
          </a:xfrm>
          <a:prstGeom prst="rect"/>
          <a:noFill/>
          <a:ln w="12700" cmpd="sng" cap="flat">
            <a:noFill/>
            <a:prstDash val="solid"/>
            <a:round/>
          </a:ln>
        </p:spPr>
        <p:txBody>
          <a:bodyPr vert="horz" wrap="square" lIns="0" tIns="0" rIns="0" bIns="0" anchor="ctr" anchorCtr="0">
            <a:prstTxWarp prst="textNoShape"/>
          </a:bodyPr>
          <a:lstStyle/>
          <a:p>
            <a:endParaRPr lang="zh-CN" altLang="en-US"/>
          </a:p>
        </p:txBody>
      </p:sp>
    </p:spTree>
    <p:extLst>
      <p:ext uri="{BB962C8B-B14F-4D97-AF65-F5344CB8AC3E}">
        <p14:creationId xmlns:p14="http://schemas.microsoft.com/office/powerpoint/2010/main" val="7733549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p="http://schemas.openxmlformats.org/presentationml/2006/main" xmlns:a="http://schemas.openxmlformats.org/drawingml/2006/main" xmlns:r="http://schemas.openxmlformats.org/officeDocument/2006/relationships" type="title" preserve="1">
  <p:cSld name="标题幻灯片">
    <p:spTree>
      <p:nvGrpSpPr>
        <p:cNvPr id="1" name=""/>
        <p:cNvGrpSpPr/>
        <p:nvPr/>
      </p:nvGrpSpPr>
      <p:grpSpPr>
        <a:xfrm>
          <a:off x="0" y="0"/>
          <a:ext cx="0" cy="0"/>
          <a:chOff x="0" y="0"/>
          <a:chExt cx="0" cy="0"/>
        </a:xfrm>
      </p:grpSpPr>
      <p:sp>
        <p:nvSpPr>
          <p:cNvPr id="2" name="文本框"/>
          <p:cNvSpPr>
            <a:spLocks noGrp="1"/>
          </p:cNvSpPr>
          <p:nvPr>
            <p:ph type="ctrTitle"/>
          </p:nvPr>
        </p:nvSpPr>
        <p:spPr>
          <a:xfrm>
            <a:off x="914400" y="2130425"/>
            <a:ext cx="10363200" cy="1470025"/>
          </a:xfrm>
        </p:spPr>
        <p:txBody>
          <a:bodyPr/>
          <a:lstStyle/>
          <a:p>
            <a:r>
              <a:rPr lang="zh-CN" altLang="en-US" smtClean="0"/>
              <a:t>单击此处编辑母版标题样式</a:t>
            </a:r>
            <a:endParaRPr lang="zh-CN" altLang="en-US"/>
          </a:p>
        </p:txBody>
      </p:sp>
      <p:sp>
        <p:nvSpPr>
          <p:cNvPr id="3" name="文本框"/>
          <p:cNvSpPr>
            <a:spLocks noGrp="1"/>
          </p:cNvSpPr>
          <p:nvPr>
            <p:ph type="subTitle" idx="1"/>
          </p:nvPr>
        </p:nvSpPr>
        <p:spPr>
          <a:xfrm>
            <a:off x="1828800" y="3886199"/>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
        <p:nvSpPr>
          <p:cNvPr id="4" name="文本框"/>
          <p:cNvSpPr>
            <a:spLocks noGrp="1"/>
          </p:cNvSpPr>
          <p:nvPr>
            <p:ph type="dt" sz="half" idx="10"/>
          </p:nvPr>
        </p:nvSpPr>
        <p:spPr/>
        <p:txBody>
          <a:bodyPr/>
          <a:lstStyle/>
          <a:p>
            <a:fld id="{72514870-5082-4025-BC8A-5E070B8EB77D}" type="datetimeFigureOut">
              <a:rPr lang="zh-CN" altLang="en-US" smtClean="0"/>
              <a:t/>
            </a:fld>
            <a:endParaRPr lang="zh-CN" altLang="en-US"/>
          </a:p>
        </p:txBody>
      </p:sp>
      <p:sp>
        <p:nvSpPr>
          <p:cNvPr id="6" name="文本框"/>
          <p:cNvSpPr>
            <a:spLocks noGrp="1"/>
          </p:cNvSpPr>
          <p:nvPr>
            <p:ph type="sldNum" sz="quarter" idx="12"/>
          </p:nvPr>
        </p:nvSpPr>
        <p:spPr/>
        <p:txBody>
          <a:bodyPr/>
          <a:lstStyle/>
          <a:p>
            <a:fld id="{3E00D155-3BB6-43CF-9AC4-BC63A66E74A9}" type="slidenum">
              <a:rPr lang="zh-CN" altLang="en-US" smtClean="0"/>
              <a:t/>
            </a:fld>
            <a:endParaRPr lang="zh-CN" altLang="en-US"/>
          </a:p>
        </p:txBody>
      </p:sp>
    </p:spTree>
    <p:extLst>
      <p:ext uri="{BB962C8B-B14F-4D97-AF65-F5344CB8AC3E}">
        <p14:creationId xmlns:p14="http://schemas.microsoft.com/office/powerpoint/2010/main" val="260704687"/>
      </p:ext>
    </p:extLst>
  </p:cSld>
  <p:clrMapOvr>
    <a:masterClrMapping/>
  </p:clrMapOvr>
</p:sldLayout>
</file>

<file path=ppt/slideLayouts/slideLayout2.xml><?xml version="1.0" encoding="utf-8"?>
<p:sldLayout xmlns:p="http://schemas.openxmlformats.org/presentationml/2006/main" type="obj" preserve="1">
  <p:cSld name="标题和内容">
    <p:spTree>
      <p:nvGrpSpPr>
        <p:cNvPr id="1" name=""/>
        <p:cNvGrpSpPr/>
        <p:nvPr/>
      </p:nvGrpSpPr>
      <p:grpSpPr>
        <a:xfrm xmlns:a="http://schemas.openxmlformats.org/drawingml/2006/main">
          <a:off x="0" y="0"/>
          <a:ext cx="0" cy="0"/>
          <a:chOff x="0" y="0"/>
          <a:chExt cx="0" cy="0"/>
        </a:xfrm>
      </p:grpSpPr>
      <p:sp>
        <p:nvSpPr>
          <p:cNvPr id="2" name="文本框"/>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rPr lang="zh-CN" altLang="en-US" smtClean="0"/>
              <a:t>单击此处编辑母版标题样式</a:t>
            </a:r>
            <a:endParaRPr lang="zh-CN" altLang="en-US"/>
          </a:p>
        </p:txBody>
      </p:sp>
      <p:sp>
        <p:nvSpPr>
          <p:cNvPr id="3" name="文本框"/>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r>
              <a:rPr lang="zh-CN" altLang="en-US" smtClean="0"/>
              <a:t>单击此处编辑母版文本样式</a:t>
            </a:r>
          </a:p>
          <a:p xmlns:a="http://schemas.openxmlformats.org/drawingml/2006/main">
            <a:pPr lvl="1"/>
            <a:r>
              <a:rPr lang="zh-CN" altLang="en-US" smtClean="0"/>
              <a:t>第二级</a:t>
            </a:r>
          </a:p>
          <a:p xmlns:a="http://schemas.openxmlformats.org/drawingml/2006/main">
            <a:pPr lvl="2"/>
            <a:r>
              <a:rPr lang="zh-CN" altLang="en-US" smtClean="0"/>
              <a:t>第三级</a:t>
            </a:r>
          </a:p>
          <a:p xmlns:a="http://schemas.openxmlformats.org/drawingml/2006/main">
            <a:pPr lvl="3"/>
            <a:r>
              <a:rPr lang="zh-CN" altLang="en-US" smtClean="0"/>
              <a:t>第四级</a:t>
            </a:r>
          </a:p>
          <a:p xmlns:a="http://schemas.openxmlformats.org/drawingml/2006/main">
            <a:pPr lvl="4"/>
            <a:r>
              <a:rPr lang="zh-CN" altLang="en-US" smtClean="0"/>
              <a:t>第五级</a:t>
            </a:r>
            <a:endParaRPr lang="zh-CN" altLang="en-US"/>
          </a:p>
        </p:txBody>
      </p:sp>
      <p:sp>
        <p:nvSpPr>
          <p:cNvPr id="4" name="文本框"/>
          <p:cNvSpPr>
            <a:spLocks xmlns:a="http://schemas.openxmlformats.org/drawingml/2006/main" noGrp="1"/>
          </p:cNvSpPr>
          <p:nvPr>
            <p:ph type="dt" sz="half" idx="10"/>
          </p:nvPr>
        </p:nvSpPr>
        <p:spPr/>
        <p:txBody>
          <a:bodyPr xmlns:a="http://schemas.openxmlformats.org/drawingml/2006/main"/>
          <a:lstStyle xmlns:a="http://schemas.openxmlformats.org/drawingml/2006/main"/>
          <a:p xmlns:a="http://schemas.openxmlformats.org/drawingml/2006/main">
            <a:fld id="{72514870-5082-4025-BC8A-5E070B8EB77D}" type="datetimeFigureOut">
              <a:rPr lang="zh-CN" altLang="en-US" smtClean="0"/>
              <a:t/>
            </a:fld>
            <a:endParaRPr lang="zh-CN" altLang="en-US"/>
          </a:p>
        </p:txBody>
      </p:sp>
      <p:sp>
        <p:nvSpPr>
          <p:cNvPr id="6" name="文本框"/>
          <p:cNvSpPr>
            <a:spLocks xmlns:a="http://schemas.openxmlformats.org/drawingml/2006/main" noGrp="1"/>
          </p:cNvSpPr>
          <p:nvPr>
            <p:ph type="sldNum" sz="quarter" idx="12"/>
          </p:nvPr>
        </p:nvSpPr>
        <p:spPr/>
        <p:txBody>
          <a:bodyPr xmlns:a="http://schemas.openxmlformats.org/drawingml/2006/main"/>
          <a:lstStyle xmlns:a="http://schemas.openxmlformats.org/drawingml/2006/main"/>
          <a:p xmlns:a="http://schemas.openxmlformats.org/drawingml/2006/main">
            <a:fld id="{3E00D155-3BB6-43CF-9AC4-BC63A66E74A9}" type="slidenum">
              <a:rPr lang="zh-CN" altLang="en-US" smtClean="0"/>
              <a:t/>
            </a:fld>
            <a:endParaRPr lang="zh-CN" altLang="en-US"/>
          </a:p>
        </p:txBody>
      </p:sp>
    </p:spTree>
    <p:extLst>
      <p:ext uri="{BB962C8B-B14F-4D97-AF65-F5344CB8AC3E}">
        <p14:creationId xmlns:p14="http://schemas.microsoft.com/office/powerpoint/2010/main" val="986194595"/>
      </p:ext>
    </p:extLst>
  </p:cSld>
  <p:clrMapOvr>
    <a:masterClrMapping xmlns:a="http://schemas.openxmlformats.org/drawingml/2006/main"/>
  </p:clrMapOvr>
</p:sldLayout>
</file>

<file path=ppt/slideLayouts/slideLayout3.xml><?xml version="1.0" encoding="utf-8"?>
<p:sldLayout xmlns:p="http://schemas.openxmlformats.org/presentationml/2006/main" type="secHead" preserve="1">
  <p:cSld name="节标题">
    <p:spTree>
      <p:nvGrpSpPr>
        <p:cNvPr id="1" name=""/>
        <p:cNvGrpSpPr/>
        <p:nvPr/>
      </p:nvGrpSpPr>
      <p:grpSpPr>
        <a:xfrm xmlns:a="http://schemas.openxmlformats.org/drawingml/2006/main">
          <a:off x="0" y="0"/>
          <a:ext cx="0" cy="0"/>
          <a:chOff x="0" y="0"/>
          <a:chExt cx="0" cy="0"/>
        </a:xfrm>
      </p:grpSpPr>
      <p:sp>
        <p:nvSpPr>
          <p:cNvPr id="2" name="文本框"/>
          <p:cNvSpPr>
            <a:spLocks xmlns:a="http://schemas.openxmlformats.org/drawingml/2006/main" noGrp="1"/>
          </p:cNvSpPr>
          <p:nvPr>
            <p:ph type="title"/>
          </p:nvPr>
        </p:nvSpPr>
        <p:spPr>
          <a:xfrm xmlns:a="http://schemas.openxmlformats.org/drawingml/2006/main">
            <a:off x="722313" y="4406900"/>
            <a:ext cx="7772400" cy="1362075"/>
          </a:xfrm>
        </p:spPr>
        <p:txBody>
          <a:bodyPr xmlns:a="http://schemas.openxmlformats.org/drawingml/2006/main" anchor="t"/>
          <a:lstStyle xmlns:a="http://schemas.openxmlformats.org/drawingml/2006/main">
            <a:lvl1pPr algn="l">
              <a:defRPr sz="4000" b="1" cap="all"/>
            </a:lvl1pPr>
          </a:lstStyle>
          <a:p xmlns:a="http://schemas.openxmlformats.org/drawingml/2006/main">
            <a:r>
              <a:rPr lang="zh-CN" altLang="en-US" smtClean="0"/>
              <a:t>单击此处编辑母版标题样式</a:t>
            </a:r>
            <a:endParaRPr lang="zh-CN" altLang="en-US"/>
          </a:p>
        </p:txBody>
      </p:sp>
      <p:sp>
        <p:nvSpPr>
          <p:cNvPr id="3" name="文本框"/>
          <p:cNvSpPr>
            <a:spLocks xmlns:a="http://schemas.openxmlformats.org/drawingml/2006/main" noGrp="1"/>
          </p:cNvSpPr>
          <p:nvPr>
            <p:ph type="body" idx="1"/>
          </p:nvPr>
        </p:nvSpPr>
        <p:spPr>
          <a:xfrm xmlns:a="http://schemas.openxmlformats.org/drawingml/2006/main">
            <a:off x="722313" y="2906713"/>
            <a:ext cx="7772400" cy="1500187"/>
          </a:xfrm>
        </p:spPr>
        <p:txBody>
          <a:bodyPr xmlns:a="http://schemas.openxmlformats.org/drawingml/2006/main" anchor="b"/>
          <a:lstStyle xmlns:a="http://schemas.openxmlformats.org/drawingml/2006/main">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xmlns:a="http://schemas.openxmlformats.org/drawingml/2006/main">
            <a:pPr lvl="0"/>
            <a:r>
              <a:rPr lang="zh-CN" altLang="en-US" smtClean="0"/>
              <a:t>单击此处编辑母版文本样式</a:t>
            </a:r>
          </a:p>
        </p:txBody>
      </p:sp>
      <p:sp>
        <p:nvSpPr>
          <p:cNvPr id="4" name="文本框"/>
          <p:cNvSpPr>
            <a:spLocks xmlns:a="http://schemas.openxmlformats.org/drawingml/2006/main" noGrp="1"/>
          </p:cNvSpPr>
          <p:nvPr>
            <p:ph type="dt" sz="half" idx="10"/>
          </p:nvPr>
        </p:nvSpPr>
        <p:spPr/>
        <p:txBody>
          <a:bodyPr xmlns:a="http://schemas.openxmlformats.org/drawingml/2006/main"/>
          <a:lstStyle xmlns:a="http://schemas.openxmlformats.org/drawingml/2006/main"/>
          <a:p xmlns:a="http://schemas.openxmlformats.org/drawingml/2006/main">
            <a:fld id="{72514870-5082-4025-BC8A-5E070B8EB77D}" type="datetimeFigureOut">
              <a:rPr lang="zh-CN" altLang="en-US" smtClean="0"/>
              <a:t/>
            </a:fld>
            <a:endParaRPr lang="zh-CN" altLang="en-US"/>
          </a:p>
        </p:txBody>
      </p:sp>
      <p:sp>
        <p:nvSpPr>
          <p:cNvPr id="6" name="文本框"/>
          <p:cNvSpPr>
            <a:spLocks xmlns:a="http://schemas.openxmlformats.org/drawingml/2006/main" noGrp="1"/>
          </p:cNvSpPr>
          <p:nvPr>
            <p:ph type="sldNum" sz="quarter" idx="12"/>
          </p:nvPr>
        </p:nvSpPr>
        <p:spPr/>
        <p:txBody>
          <a:bodyPr xmlns:a="http://schemas.openxmlformats.org/drawingml/2006/main"/>
          <a:lstStyle xmlns:a="http://schemas.openxmlformats.org/drawingml/2006/main"/>
          <a:p xmlns:a="http://schemas.openxmlformats.org/drawingml/2006/main">
            <a:fld id="{3E00D155-3BB6-43CF-9AC4-BC63A66E74A9}" type="slidenum">
              <a:rPr lang="zh-CN" altLang="en-US" smtClean="0"/>
              <a:t/>
            </a:fld>
            <a:endParaRPr lang="zh-CN" altLang="en-US"/>
          </a:p>
        </p:txBody>
      </p:sp>
    </p:spTree>
    <p:extLst>
      <p:ext uri="{BB962C8B-B14F-4D97-AF65-F5344CB8AC3E}">
        <p14:creationId xmlns:p14="http://schemas.microsoft.com/office/powerpoint/2010/main" val="2066882414"/>
      </p:ext>
    </p:extLst>
  </p:cSld>
  <p:clrMapOvr>
    <a:masterClrMapping xmlns:a="http://schemas.openxmlformats.org/drawingml/2006/main"/>
  </p:clrMapOvr>
</p:sldLayout>
</file>

<file path=ppt/slideLayouts/slideLayout4.xml><?xml version="1.0" encoding="utf-8"?>
<p:sldLayout xmlns:p="http://schemas.openxmlformats.org/presentationml/2006/main" type="twoObj" preserve="1">
  <p:cSld name="两栏内容">
    <p:spTree>
      <p:nvGrpSpPr>
        <p:cNvPr id="1" name=""/>
        <p:cNvGrpSpPr/>
        <p:nvPr/>
      </p:nvGrpSpPr>
      <p:grpSpPr>
        <a:xfrm xmlns:a="http://schemas.openxmlformats.org/drawingml/2006/main">
          <a:off x="0" y="0"/>
          <a:ext cx="0" cy="0"/>
          <a:chOff x="0" y="0"/>
          <a:chExt cx="0" cy="0"/>
        </a:xfrm>
      </p:grpSpPr>
      <p:sp>
        <p:nvSpPr>
          <p:cNvPr id="2" name="文本框"/>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rPr lang="zh-CN" altLang="en-US" smtClean="0"/>
              <a:t>单击此处编辑母版标题样式</a:t>
            </a:r>
            <a:endParaRPr lang="zh-CN" altLang="en-US"/>
          </a:p>
        </p:txBody>
      </p:sp>
      <p:sp>
        <p:nvSpPr>
          <p:cNvPr id="3" name="文本框"/>
          <p:cNvSpPr>
            <a:spLocks xmlns:a="http://schemas.openxmlformats.org/drawingml/2006/main" noGrp="1"/>
          </p:cNvSpPr>
          <p:nvPr>
            <p:ph sz="half" idx="1"/>
          </p:nvPr>
        </p:nvSpPr>
        <p:spPr>
          <a:xfrm xmlns:a="http://schemas.openxmlformats.org/drawingml/2006/main">
            <a:off x="457200" y="1600200"/>
            <a:ext cx="4038600" cy="4525963"/>
          </a:xfrm>
        </p:spPr>
        <p:txBody>
          <a:bodyPr xmlns:a="http://schemas.openxmlformats.org/drawingml/2006/main"/>
          <a:lstStyle xmlns:a="http://schemas.openxmlformats.org/drawingml/2006/main">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xmlns:a="http://schemas.openxmlformats.org/drawingml/2006/main">
            <a:pPr lvl="0"/>
            <a:r>
              <a:rPr lang="zh-CN" altLang="en-US" smtClean="0"/>
              <a:t>单击此处编辑母版文本样式</a:t>
            </a:r>
          </a:p>
          <a:p xmlns:a="http://schemas.openxmlformats.org/drawingml/2006/main">
            <a:pPr lvl="1"/>
            <a:r>
              <a:rPr lang="zh-CN" altLang="en-US" smtClean="0"/>
              <a:t>第二级</a:t>
            </a:r>
          </a:p>
          <a:p xmlns:a="http://schemas.openxmlformats.org/drawingml/2006/main">
            <a:pPr lvl="2"/>
            <a:r>
              <a:rPr lang="zh-CN" altLang="en-US" smtClean="0"/>
              <a:t>第三级</a:t>
            </a:r>
          </a:p>
          <a:p xmlns:a="http://schemas.openxmlformats.org/drawingml/2006/main">
            <a:pPr lvl="3"/>
            <a:r>
              <a:rPr lang="zh-CN" altLang="en-US" smtClean="0"/>
              <a:t>第四级</a:t>
            </a:r>
          </a:p>
          <a:p xmlns:a="http://schemas.openxmlformats.org/drawingml/2006/main">
            <a:pPr lvl="4"/>
            <a:r>
              <a:rPr lang="zh-CN" altLang="en-US" smtClean="0"/>
              <a:t>第五级</a:t>
            </a:r>
            <a:endParaRPr lang="zh-CN" altLang="en-US"/>
          </a:p>
        </p:txBody>
      </p:sp>
      <p:sp>
        <p:nvSpPr>
          <p:cNvPr id="4" name="文本框"/>
          <p:cNvSpPr>
            <a:spLocks xmlns:a="http://schemas.openxmlformats.org/drawingml/2006/main" noGrp="1"/>
          </p:cNvSpPr>
          <p:nvPr>
            <p:ph sz="half" idx="2"/>
          </p:nvPr>
        </p:nvSpPr>
        <p:spPr>
          <a:xfrm xmlns:a="http://schemas.openxmlformats.org/drawingml/2006/main">
            <a:off x="4648200" y="1600200"/>
            <a:ext cx="4038600" cy="4525963"/>
          </a:xfrm>
        </p:spPr>
        <p:txBody>
          <a:bodyPr xmlns:a="http://schemas.openxmlformats.org/drawingml/2006/main"/>
          <a:lstStyle xmlns:a="http://schemas.openxmlformats.org/drawingml/2006/main">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xmlns:a="http://schemas.openxmlformats.org/drawingml/2006/main">
            <a:pPr lvl="0"/>
            <a:r>
              <a:rPr lang="zh-CN" altLang="en-US" smtClean="0"/>
              <a:t>单击此处编辑母版文本样式</a:t>
            </a:r>
          </a:p>
          <a:p xmlns:a="http://schemas.openxmlformats.org/drawingml/2006/main">
            <a:pPr lvl="1"/>
            <a:r>
              <a:rPr lang="zh-CN" altLang="en-US" smtClean="0"/>
              <a:t>第二级</a:t>
            </a:r>
          </a:p>
          <a:p xmlns:a="http://schemas.openxmlformats.org/drawingml/2006/main">
            <a:pPr lvl="2"/>
            <a:r>
              <a:rPr lang="zh-CN" altLang="en-US" smtClean="0"/>
              <a:t>第三级</a:t>
            </a:r>
          </a:p>
          <a:p xmlns:a="http://schemas.openxmlformats.org/drawingml/2006/main">
            <a:pPr lvl="3"/>
            <a:r>
              <a:rPr lang="zh-CN" altLang="en-US" smtClean="0"/>
              <a:t>第四级</a:t>
            </a:r>
          </a:p>
          <a:p xmlns:a="http://schemas.openxmlformats.org/drawingml/2006/main">
            <a:pPr lvl="4"/>
            <a:r>
              <a:rPr lang="zh-CN" altLang="en-US" smtClean="0"/>
              <a:t>第五级</a:t>
            </a:r>
            <a:endParaRPr lang="zh-CN" altLang="en-US"/>
          </a:p>
        </p:txBody>
      </p:sp>
      <p:sp>
        <p:nvSpPr>
          <p:cNvPr id="5" name="文本框"/>
          <p:cNvSpPr>
            <a:spLocks xmlns:a="http://schemas.openxmlformats.org/drawingml/2006/main" noGrp="1"/>
          </p:cNvSpPr>
          <p:nvPr>
            <p:ph type="dt" sz="half" idx="10"/>
          </p:nvPr>
        </p:nvSpPr>
        <p:spPr/>
        <p:txBody>
          <a:bodyPr xmlns:a="http://schemas.openxmlformats.org/drawingml/2006/main"/>
          <a:lstStyle xmlns:a="http://schemas.openxmlformats.org/drawingml/2006/main"/>
          <a:p xmlns:a="http://schemas.openxmlformats.org/drawingml/2006/main">
            <a:fld id="{72514870-5082-4025-BC8A-5E070B8EB77D}" type="datetimeFigureOut">
              <a:rPr lang="zh-CN" altLang="en-US" smtClean="0"/>
              <a:t/>
            </a:fld>
            <a:endParaRPr lang="zh-CN" altLang="en-US"/>
          </a:p>
        </p:txBody>
      </p:sp>
      <p:sp>
        <p:nvSpPr>
          <p:cNvPr id="7" name="文本框"/>
          <p:cNvSpPr>
            <a:spLocks xmlns:a="http://schemas.openxmlformats.org/drawingml/2006/main" noGrp="1"/>
          </p:cNvSpPr>
          <p:nvPr>
            <p:ph type="sldNum" sz="quarter" idx="12"/>
          </p:nvPr>
        </p:nvSpPr>
        <p:spPr/>
        <p:txBody>
          <a:bodyPr xmlns:a="http://schemas.openxmlformats.org/drawingml/2006/main"/>
          <a:lstStyle xmlns:a="http://schemas.openxmlformats.org/drawingml/2006/main"/>
          <a:p xmlns:a="http://schemas.openxmlformats.org/drawingml/2006/main">
            <a:fld id="{3E00D155-3BB6-43CF-9AC4-BC63A66E74A9}" type="slidenum">
              <a:rPr lang="zh-CN" altLang="en-US" smtClean="0"/>
              <a:t/>
            </a:fld>
            <a:endParaRPr lang="zh-CN" altLang="en-US"/>
          </a:p>
        </p:txBody>
      </p:sp>
    </p:spTree>
    <p:extLst>
      <p:ext uri="{BB962C8B-B14F-4D97-AF65-F5344CB8AC3E}">
        <p14:creationId xmlns:p14="http://schemas.microsoft.com/office/powerpoint/2010/main" val="301836248"/>
      </p:ext>
    </p:extLst>
  </p:cSld>
  <p:clrMapOvr>
    <a:masterClrMapping xmlns:a="http://schemas.openxmlformats.org/drawingml/2006/main"/>
  </p:clrMapOvr>
</p:sldLayout>
</file>

<file path=ppt/slideLayouts/slideLayout5.xml><?xml version="1.0" encoding="utf-8"?>
<p:sldLayout xmlns:p="http://schemas.openxmlformats.org/presentationml/2006/main" type="twoTxTwoObj" preserve="1">
  <p:cSld name="比较">
    <p:spTree>
      <p:nvGrpSpPr>
        <p:cNvPr id="1" name=""/>
        <p:cNvGrpSpPr/>
        <p:nvPr/>
      </p:nvGrpSpPr>
      <p:grpSpPr>
        <a:xfrm xmlns:a="http://schemas.openxmlformats.org/drawingml/2006/main">
          <a:off x="0" y="0"/>
          <a:ext cx="0" cy="0"/>
          <a:chOff x="0" y="0"/>
          <a:chExt cx="0" cy="0"/>
        </a:xfrm>
      </p:grpSpPr>
      <p:sp>
        <p:nvSpPr>
          <p:cNvPr id="2" name="文本框"/>
          <p:cNvSpPr>
            <a:spLocks xmlns:a="http://schemas.openxmlformats.org/drawingml/2006/main" noGrp="1"/>
          </p:cNvSpPr>
          <p:nvPr>
            <p:ph type="title"/>
          </p:nvPr>
        </p:nvSpPr>
        <p:spPr/>
        <p:txBody>
          <a:bodyPr xmlns:a="http://schemas.openxmlformats.org/drawingml/2006/main"/>
          <a:lstStyle xmlns:a="http://schemas.openxmlformats.org/drawingml/2006/main">
            <a:lvl1pPr>
              <a:defRPr/>
            </a:lvl1pPr>
          </a:lstStyle>
          <a:p xmlns:a="http://schemas.openxmlformats.org/drawingml/2006/main">
            <a:r>
              <a:rPr lang="zh-CN" altLang="en-US" smtClean="0"/>
              <a:t>单击此处编辑母版标题样式</a:t>
            </a:r>
            <a:endParaRPr lang="zh-CN" altLang="en-US"/>
          </a:p>
        </p:txBody>
      </p:sp>
      <p:sp>
        <p:nvSpPr>
          <p:cNvPr id="3" name="文本框"/>
          <p:cNvSpPr>
            <a:spLocks xmlns:a="http://schemas.openxmlformats.org/drawingml/2006/main" noGrp="1"/>
          </p:cNvSpPr>
          <p:nvPr>
            <p:ph type="body" idx="1"/>
          </p:nvPr>
        </p:nvSpPr>
        <p:spPr>
          <a:xfrm xmlns:a="http://schemas.openxmlformats.org/drawingml/2006/main">
            <a:off x="457200" y="1535113"/>
            <a:ext cx="4040188"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r>
              <a:rPr lang="zh-CN" altLang="en-US" smtClean="0"/>
              <a:t>单击此处编辑母版文本样式</a:t>
            </a:r>
          </a:p>
        </p:txBody>
      </p:sp>
      <p:sp>
        <p:nvSpPr>
          <p:cNvPr id="4" name="文本框"/>
          <p:cNvSpPr>
            <a:spLocks xmlns:a="http://schemas.openxmlformats.org/drawingml/2006/main" noGrp="1"/>
          </p:cNvSpPr>
          <p:nvPr>
            <p:ph sz="half" idx="2"/>
          </p:nvPr>
        </p:nvSpPr>
        <p:spPr>
          <a:xfrm xmlns:a="http://schemas.openxmlformats.org/drawingml/2006/main">
            <a:off x="457200" y="2174875"/>
            <a:ext cx="4040188" cy="3951288"/>
          </a:xfrm>
        </p:spPr>
        <p:txBody>
          <a:bodyPr xmlns:a="http://schemas.openxmlformats.org/drawingml/2006/main"/>
          <a:lstStyle xmlns:a="http://schemas.openxmlformats.org/drawingml/2006/main">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xmlns:a="http://schemas.openxmlformats.org/drawingml/2006/main">
            <a:pPr lvl="0"/>
            <a:r>
              <a:rPr lang="zh-CN" altLang="en-US" smtClean="0"/>
              <a:t>单击此处编辑母版文本样式</a:t>
            </a:r>
          </a:p>
          <a:p xmlns:a="http://schemas.openxmlformats.org/drawingml/2006/main">
            <a:pPr lvl="1"/>
            <a:r>
              <a:rPr lang="zh-CN" altLang="en-US" smtClean="0"/>
              <a:t>第二级</a:t>
            </a:r>
          </a:p>
          <a:p xmlns:a="http://schemas.openxmlformats.org/drawingml/2006/main">
            <a:pPr lvl="2"/>
            <a:r>
              <a:rPr lang="zh-CN" altLang="en-US" smtClean="0"/>
              <a:t>第三级</a:t>
            </a:r>
          </a:p>
          <a:p xmlns:a="http://schemas.openxmlformats.org/drawingml/2006/main">
            <a:pPr lvl="3"/>
            <a:r>
              <a:rPr lang="zh-CN" altLang="en-US" smtClean="0"/>
              <a:t>第四级</a:t>
            </a:r>
          </a:p>
          <a:p xmlns:a="http://schemas.openxmlformats.org/drawingml/2006/main">
            <a:pPr lvl="4"/>
            <a:r>
              <a:rPr lang="zh-CN" altLang="en-US" smtClean="0"/>
              <a:t>第五级</a:t>
            </a:r>
            <a:endParaRPr lang="zh-CN" altLang="en-US"/>
          </a:p>
        </p:txBody>
      </p:sp>
      <p:sp>
        <p:nvSpPr>
          <p:cNvPr id="5" name="文本框"/>
          <p:cNvSpPr>
            <a:spLocks xmlns:a="http://schemas.openxmlformats.org/drawingml/2006/main" noGrp="1"/>
          </p:cNvSpPr>
          <p:nvPr>
            <p:ph type="body" sz="quarter" idx="3"/>
          </p:nvPr>
        </p:nvSpPr>
        <p:spPr>
          <a:xfrm xmlns:a="http://schemas.openxmlformats.org/drawingml/2006/main">
            <a:off x="4645025" y="1535113"/>
            <a:ext cx="4041775"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r>
              <a:rPr lang="zh-CN" altLang="en-US" smtClean="0"/>
              <a:t>单击此处编辑母版文本样式</a:t>
            </a:r>
          </a:p>
        </p:txBody>
      </p:sp>
      <p:sp>
        <p:nvSpPr>
          <p:cNvPr id="6" name="文本框"/>
          <p:cNvSpPr>
            <a:spLocks xmlns:a="http://schemas.openxmlformats.org/drawingml/2006/main" noGrp="1"/>
          </p:cNvSpPr>
          <p:nvPr>
            <p:ph sz="quarter" idx="4"/>
          </p:nvPr>
        </p:nvSpPr>
        <p:spPr>
          <a:xfrm xmlns:a="http://schemas.openxmlformats.org/drawingml/2006/main">
            <a:off x="4645025" y="2174875"/>
            <a:ext cx="4041775" cy="3951288"/>
          </a:xfrm>
        </p:spPr>
        <p:txBody>
          <a:bodyPr xmlns:a="http://schemas.openxmlformats.org/drawingml/2006/main"/>
          <a:lstStyle xmlns:a="http://schemas.openxmlformats.org/drawingml/2006/main">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xmlns:a="http://schemas.openxmlformats.org/drawingml/2006/main">
            <a:pPr lvl="0"/>
            <a:r>
              <a:rPr lang="zh-CN" altLang="en-US" smtClean="0"/>
              <a:t>单击此处编辑母版文本样式</a:t>
            </a:r>
          </a:p>
          <a:p xmlns:a="http://schemas.openxmlformats.org/drawingml/2006/main">
            <a:pPr lvl="1"/>
            <a:r>
              <a:rPr lang="zh-CN" altLang="en-US" smtClean="0"/>
              <a:t>第二级</a:t>
            </a:r>
          </a:p>
          <a:p xmlns:a="http://schemas.openxmlformats.org/drawingml/2006/main">
            <a:pPr lvl="2"/>
            <a:r>
              <a:rPr lang="zh-CN" altLang="en-US" smtClean="0"/>
              <a:t>第三级</a:t>
            </a:r>
          </a:p>
          <a:p xmlns:a="http://schemas.openxmlformats.org/drawingml/2006/main">
            <a:pPr lvl="3"/>
            <a:r>
              <a:rPr lang="zh-CN" altLang="en-US" smtClean="0"/>
              <a:t>第四级</a:t>
            </a:r>
          </a:p>
          <a:p xmlns:a="http://schemas.openxmlformats.org/drawingml/2006/main">
            <a:pPr lvl="4"/>
            <a:r>
              <a:rPr lang="zh-CN" altLang="en-US" smtClean="0"/>
              <a:t>第五级</a:t>
            </a:r>
            <a:endParaRPr lang="zh-CN" altLang="en-US"/>
          </a:p>
        </p:txBody>
      </p:sp>
      <p:sp>
        <p:nvSpPr>
          <p:cNvPr id="7" name="文本框"/>
          <p:cNvSpPr>
            <a:spLocks xmlns:a="http://schemas.openxmlformats.org/drawingml/2006/main" noGrp="1"/>
          </p:cNvSpPr>
          <p:nvPr>
            <p:ph type="dt" sz="half" idx="10"/>
          </p:nvPr>
        </p:nvSpPr>
        <p:spPr/>
        <p:txBody>
          <a:bodyPr xmlns:a="http://schemas.openxmlformats.org/drawingml/2006/main"/>
          <a:lstStyle xmlns:a="http://schemas.openxmlformats.org/drawingml/2006/main"/>
          <a:p xmlns:a="http://schemas.openxmlformats.org/drawingml/2006/main">
            <a:fld id="{72514870-5082-4025-BC8A-5E070B8EB77D}" type="datetimeFigureOut">
              <a:rPr lang="zh-CN" altLang="en-US" smtClean="0"/>
              <a:t/>
            </a:fld>
            <a:endParaRPr lang="zh-CN" altLang="en-US"/>
          </a:p>
        </p:txBody>
      </p:sp>
      <p:sp>
        <p:nvSpPr>
          <p:cNvPr id="9" name="文本框"/>
          <p:cNvSpPr>
            <a:spLocks xmlns:a="http://schemas.openxmlformats.org/drawingml/2006/main" noGrp="1"/>
          </p:cNvSpPr>
          <p:nvPr>
            <p:ph type="sldNum" sz="quarter" idx="12"/>
          </p:nvPr>
        </p:nvSpPr>
        <p:spPr/>
        <p:txBody>
          <a:bodyPr xmlns:a="http://schemas.openxmlformats.org/drawingml/2006/main"/>
          <a:lstStyle xmlns:a="http://schemas.openxmlformats.org/drawingml/2006/main"/>
          <a:p xmlns:a="http://schemas.openxmlformats.org/drawingml/2006/main">
            <a:fld id="{3E00D155-3BB6-43CF-9AC4-BC63A66E74A9}" type="slidenum">
              <a:rPr lang="zh-CN" altLang="en-US" smtClean="0"/>
              <a:t/>
            </a:fld>
            <a:endParaRPr lang="zh-CN" altLang="en-US"/>
          </a:p>
        </p:txBody>
      </p:sp>
    </p:spTree>
    <p:extLst>
      <p:ext uri="{BB962C8B-B14F-4D97-AF65-F5344CB8AC3E}">
        <p14:creationId xmlns:p14="http://schemas.microsoft.com/office/powerpoint/2010/main" val="356586442"/>
      </p:ext>
    </p:extLst>
  </p:cSld>
  <p:clrMapOvr>
    <a:masterClrMapping xmlns:a="http://schemas.openxmlformats.org/drawingml/2006/main"/>
  </p:clrMapOvr>
</p:sldLayout>
</file>

<file path=ppt/slideLayouts/slideLayout6.xml><?xml version="1.0" encoding="utf-8"?>
<p:sldLayout xmlns:p="http://schemas.openxmlformats.org/presentationml/2006/main" type="titleOnly" preserve="1">
  <p:cSld name="仅标题">
    <p:spTree>
      <p:nvGrpSpPr>
        <p:cNvPr id="1" name=""/>
        <p:cNvGrpSpPr/>
        <p:nvPr/>
      </p:nvGrpSpPr>
      <p:grpSpPr>
        <a:xfrm xmlns:a="http://schemas.openxmlformats.org/drawingml/2006/main">
          <a:off x="0" y="0"/>
          <a:ext cx="0" cy="0"/>
          <a:chOff x="0" y="0"/>
          <a:chExt cx="0" cy="0"/>
        </a:xfrm>
      </p:grpSpPr>
      <p:sp>
        <p:nvSpPr>
          <p:cNvPr id="2" name="文本框"/>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rPr lang="zh-CN" altLang="en-US" smtClean="0"/>
              <a:t>单击此处编辑母版标题样式</a:t>
            </a:r>
            <a:endParaRPr lang="zh-CN" altLang="en-US"/>
          </a:p>
        </p:txBody>
      </p:sp>
      <p:sp>
        <p:nvSpPr>
          <p:cNvPr id="3" name="文本框"/>
          <p:cNvSpPr>
            <a:spLocks xmlns:a="http://schemas.openxmlformats.org/drawingml/2006/main" noGrp="1"/>
          </p:cNvSpPr>
          <p:nvPr>
            <p:ph type="dt" sz="half" idx="10"/>
          </p:nvPr>
        </p:nvSpPr>
        <p:spPr/>
        <p:txBody>
          <a:bodyPr xmlns:a="http://schemas.openxmlformats.org/drawingml/2006/main"/>
          <a:lstStyle xmlns:a="http://schemas.openxmlformats.org/drawingml/2006/main"/>
          <a:p xmlns:a="http://schemas.openxmlformats.org/drawingml/2006/main">
            <a:fld id="{72514870-5082-4025-BC8A-5E070B8EB77D}" type="datetimeFigureOut">
              <a:rPr lang="zh-CN" altLang="en-US" smtClean="0"/>
              <a:t/>
            </a:fld>
            <a:endParaRPr lang="zh-CN" altLang="en-US"/>
          </a:p>
        </p:txBody>
      </p:sp>
      <p:sp>
        <p:nvSpPr>
          <p:cNvPr id="5" name="文本框"/>
          <p:cNvSpPr>
            <a:spLocks xmlns:a="http://schemas.openxmlformats.org/drawingml/2006/main" noGrp="1"/>
          </p:cNvSpPr>
          <p:nvPr>
            <p:ph type="sldNum" sz="quarter" idx="12"/>
          </p:nvPr>
        </p:nvSpPr>
        <p:spPr/>
        <p:txBody>
          <a:bodyPr xmlns:a="http://schemas.openxmlformats.org/drawingml/2006/main"/>
          <a:lstStyle xmlns:a="http://schemas.openxmlformats.org/drawingml/2006/main"/>
          <a:p xmlns:a="http://schemas.openxmlformats.org/drawingml/2006/main">
            <a:fld id="{3E00D155-3BB6-43CF-9AC4-BC63A66E74A9}" type="slidenum">
              <a:rPr lang="zh-CN" altLang="en-US" smtClean="0"/>
              <a:t/>
            </a:fld>
            <a:endParaRPr lang="zh-CN" altLang="en-US"/>
          </a:p>
        </p:txBody>
      </p:sp>
    </p:spTree>
    <p:extLst>
      <p:ext uri="{BB962C8B-B14F-4D97-AF65-F5344CB8AC3E}">
        <p14:creationId xmlns:p14="http://schemas.microsoft.com/office/powerpoint/2010/main" val="1243857213"/>
      </p:ext>
    </p:extLst>
  </p:cSld>
  <p:clrMapOvr>
    <a:masterClrMapping xmlns:a="http://schemas.openxmlformats.org/drawingml/2006/main"/>
  </p:clrMapOvr>
</p:sldLayout>
</file>

<file path=ppt/slideLayouts/slideLayout7.xml><?xml version="1.0" encoding="utf-8"?>
<p:sldLayout xmlns:p="http://schemas.openxmlformats.org/presentationml/2006/main" type="blank" preserve="1">
  <p:cSld name="空白">
    <p:spTree>
      <p:nvGrpSpPr>
        <p:cNvPr id="1" name=""/>
        <p:cNvGrpSpPr/>
        <p:nvPr/>
      </p:nvGrpSpPr>
      <p:grpSpPr>
        <a:xfrm xmlns:a="http://schemas.openxmlformats.org/drawingml/2006/main">
          <a:off x="0" y="0"/>
          <a:ext cx="0" cy="0"/>
          <a:chOff x="0" y="0"/>
          <a:chExt cx="0" cy="0"/>
        </a:xfrm>
      </p:grpSpPr>
      <p:sp>
        <p:nvSpPr>
          <p:cNvPr id="2" name="文本框"/>
          <p:cNvSpPr>
            <a:spLocks xmlns:a="http://schemas.openxmlformats.org/drawingml/2006/main" noGrp="1"/>
          </p:cNvSpPr>
          <p:nvPr>
            <p:ph type="dt" sz="half" idx="10"/>
          </p:nvPr>
        </p:nvSpPr>
        <p:spPr/>
        <p:txBody>
          <a:bodyPr xmlns:a="http://schemas.openxmlformats.org/drawingml/2006/main"/>
          <a:lstStyle xmlns:a="http://schemas.openxmlformats.org/drawingml/2006/main"/>
          <a:p xmlns:a="http://schemas.openxmlformats.org/drawingml/2006/main">
            <a:fld id="{72514870-5082-4025-BC8A-5E070B8EB77D}" type="datetimeFigureOut">
              <a:rPr lang="zh-CN" altLang="en-US" smtClean="0"/>
              <a:t/>
            </a:fld>
            <a:endParaRPr lang="zh-CN" altLang="en-US"/>
          </a:p>
        </p:txBody>
      </p:sp>
      <p:sp>
        <p:nvSpPr>
          <p:cNvPr id="4" name="文本框"/>
          <p:cNvSpPr>
            <a:spLocks xmlns:a="http://schemas.openxmlformats.org/drawingml/2006/main" noGrp="1"/>
          </p:cNvSpPr>
          <p:nvPr>
            <p:ph type="sldNum" sz="quarter" idx="12"/>
          </p:nvPr>
        </p:nvSpPr>
        <p:spPr/>
        <p:txBody>
          <a:bodyPr xmlns:a="http://schemas.openxmlformats.org/drawingml/2006/main"/>
          <a:lstStyle xmlns:a="http://schemas.openxmlformats.org/drawingml/2006/main"/>
          <a:p xmlns:a="http://schemas.openxmlformats.org/drawingml/2006/main">
            <a:fld id="{3E00D155-3BB6-43CF-9AC4-BC63A66E74A9}" type="slidenum">
              <a:rPr lang="zh-CN" altLang="en-US" smtClean="0"/>
              <a:t/>
            </a:fld>
            <a:endParaRPr lang="zh-CN" altLang="en-US"/>
          </a:p>
        </p:txBody>
      </p:sp>
    </p:spTree>
    <p:extLst>
      <p:ext uri="{BB962C8B-B14F-4D97-AF65-F5344CB8AC3E}">
        <p14:creationId xmlns:p14="http://schemas.microsoft.com/office/powerpoint/2010/main" val="2022061422"/>
      </p:ext>
    </p:extLst>
  </p:cSld>
  <p:clrMapOvr>
    <a:masterClrMapping xmlns:a="http://schemas.openxmlformats.org/drawingml/2006/main"/>
  </p:clrMapOvr>
</p:sldLayout>
</file>

<file path=ppt/slideLayouts/slideLayout8.xml><?xml version="1.0" encoding="utf-8"?>
<p:sldLayout xmlns:p="http://schemas.openxmlformats.org/presentationml/2006/main" type="objTx" preserve="1">
  <p:cSld name="内容与标题">
    <p:spTree>
      <p:nvGrpSpPr>
        <p:cNvPr id="1" name=""/>
        <p:cNvGrpSpPr/>
        <p:nvPr/>
      </p:nvGrpSpPr>
      <p:grpSpPr>
        <a:xfrm xmlns:a="http://schemas.openxmlformats.org/drawingml/2006/main">
          <a:off x="0" y="0"/>
          <a:ext cx="0" cy="0"/>
          <a:chOff x="0" y="0"/>
          <a:chExt cx="0" cy="0"/>
        </a:xfrm>
      </p:grpSpPr>
      <p:sp>
        <p:nvSpPr>
          <p:cNvPr id="2" name="文本框"/>
          <p:cNvSpPr>
            <a:spLocks xmlns:a="http://schemas.openxmlformats.org/drawingml/2006/main" noGrp="1"/>
          </p:cNvSpPr>
          <p:nvPr>
            <p:ph type="title"/>
          </p:nvPr>
        </p:nvSpPr>
        <p:spPr>
          <a:xfrm xmlns:a="http://schemas.openxmlformats.org/drawingml/2006/main">
            <a:off x="457200" y="273050"/>
            <a:ext cx="3008313" cy="1162050"/>
          </a:xfrm>
        </p:spPr>
        <p:txBody>
          <a:bodyPr xmlns:a="http://schemas.openxmlformats.org/drawingml/2006/main" anchor="b"/>
          <a:lstStyle xmlns:a="http://schemas.openxmlformats.org/drawingml/2006/main">
            <a:lvl1pPr algn="l">
              <a:defRPr sz="2000" b="1"/>
            </a:lvl1pPr>
          </a:lstStyle>
          <a:p xmlns:a="http://schemas.openxmlformats.org/drawingml/2006/main">
            <a:r>
              <a:rPr lang="zh-CN" altLang="en-US" smtClean="0"/>
              <a:t>单击此处编辑母版标题样式</a:t>
            </a:r>
            <a:endParaRPr lang="zh-CN" altLang="en-US"/>
          </a:p>
        </p:txBody>
      </p:sp>
      <p:sp>
        <p:nvSpPr>
          <p:cNvPr id="3" name="文本框"/>
          <p:cNvSpPr>
            <a:spLocks xmlns:a="http://schemas.openxmlformats.org/drawingml/2006/main" noGrp="1"/>
          </p:cNvSpPr>
          <p:nvPr>
            <p:ph idx="1"/>
          </p:nvPr>
        </p:nvSpPr>
        <p:spPr>
          <a:xfrm xmlns:a="http://schemas.openxmlformats.org/drawingml/2006/main">
            <a:off x="3575050" y="273050"/>
            <a:ext cx="5111750" cy="5853113"/>
          </a:xfrm>
        </p:spPr>
        <p:txBody>
          <a:bodyPr xmlns:a="http://schemas.openxmlformats.org/drawingml/2006/main"/>
          <a:lstStyle xmlns:a="http://schemas.openxmlformats.org/drawingml/2006/main">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xmlns:a="http://schemas.openxmlformats.org/drawingml/2006/main">
            <a:pPr lvl="0"/>
            <a:r>
              <a:rPr lang="zh-CN" altLang="en-US" smtClean="0"/>
              <a:t>单击此处编辑母版文本样式</a:t>
            </a:r>
          </a:p>
          <a:p xmlns:a="http://schemas.openxmlformats.org/drawingml/2006/main">
            <a:pPr lvl="1"/>
            <a:r>
              <a:rPr lang="zh-CN" altLang="en-US" smtClean="0"/>
              <a:t>第二级</a:t>
            </a:r>
          </a:p>
          <a:p xmlns:a="http://schemas.openxmlformats.org/drawingml/2006/main">
            <a:pPr lvl="2"/>
            <a:r>
              <a:rPr lang="zh-CN" altLang="en-US" smtClean="0"/>
              <a:t>第三级</a:t>
            </a:r>
          </a:p>
          <a:p xmlns:a="http://schemas.openxmlformats.org/drawingml/2006/main">
            <a:pPr lvl="3"/>
            <a:r>
              <a:rPr lang="zh-CN" altLang="en-US" smtClean="0"/>
              <a:t>第四级</a:t>
            </a:r>
          </a:p>
          <a:p xmlns:a="http://schemas.openxmlformats.org/drawingml/2006/main">
            <a:pPr lvl="4"/>
            <a:r>
              <a:rPr lang="zh-CN" altLang="en-US" smtClean="0"/>
              <a:t>第五级</a:t>
            </a:r>
            <a:endParaRPr lang="zh-CN" altLang="en-US"/>
          </a:p>
        </p:txBody>
      </p:sp>
      <p:sp>
        <p:nvSpPr>
          <p:cNvPr id="4" name="文本框"/>
          <p:cNvSpPr>
            <a:spLocks xmlns:a="http://schemas.openxmlformats.org/drawingml/2006/main" noGrp="1"/>
          </p:cNvSpPr>
          <p:nvPr>
            <p:ph type="body" sz="half" idx="2"/>
          </p:nvPr>
        </p:nvSpPr>
        <p:spPr>
          <a:xfrm xmlns:a="http://schemas.openxmlformats.org/drawingml/2006/main">
            <a:off x="457200" y="1435100"/>
            <a:ext cx="3008313"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r>
              <a:rPr lang="zh-CN" altLang="en-US" smtClean="0"/>
              <a:t>单击此处编辑母版文本样式</a:t>
            </a:r>
          </a:p>
        </p:txBody>
      </p:sp>
      <p:sp>
        <p:nvSpPr>
          <p:cNvPr id="5" name="文本框"/>
          <p:cNvSpPr>
            <a:spLocks xmlns:a="http://schemas.openxmlformats.org/drawingml/2006/main" noGrp="1"/>
          </p:cNvSpPr>
          <p:nvPr>
            <p:ph type="dt" sz="half" idx="10"/>
          </p:nvPr>
        </p:nvSpPr>
        <p:spPr/>
        <p:txBody>
          <a:bodyPr xmlns:a="http://schemas.openxmlformats.org/drawingml/2006/main"/>
          <a:lstStyle xmlns:a="http://schemas.openxmlformats.org/drawingml/2006/main"/>
          <a:p xmlns:a="http://schemas.openxmlformats.org/drawingml/2006/main">
            <a:fld id="{72514870-5082-4025-BC8A-5E070B8EB77D}" type="datetimeFigureOut">
              <a:rPr lang="zh-CN" altLang="en-US" smtClean="0"/>
              <a:t/>
            </a:fld>
            <a:endParaRPr lang="zh-CN" altLang="en-US"/>
          </a:p>
        </p:txBody>
      </p:sp>
      <p:sp>
        <p:nvSpPr>
          <p:cNvPr id="7" name="文本框"/>
          <p:cNvSpPr>
            <a:spLocks xmlns:a="http://schemas.openxmlformats.org/drawingml/2006/main" noGrp="1"/>
          </p:cNvSpPr>
          <p:nvPr>
            <p:ph type="sldNum" sz="quarter" idx="12"/>
          </p:nvPr>
        </p:nvSpPr>
        <p:spPr/>
        <p:txBody>
          <a:bodyPr xmlns:a="http://schemas.openxmlformats.org/drawingml/2006/main"/>
          <a:lstStyle xmlns:a="http://schemas.openxmlformats.org/drawingml/2006/main"/>
          <a:p xmlns:a="http://schemas.openxmlformats.org/drawingml/2006/main">
            <a:fld id="{3E00D155-3BB6-43CF-9AC4-BC63A66E74A9}" type="slidenum">
              <a:rPr lang="zh-CN" altLang="en-US" smtClean="0"/>
              <a:t/>
            </a:fld>
            <a:endParaRPr lang="zh-CN" altLang="en-US"/>
          </a:p>
        </p:txBody>
      </p:sp>
    </p:spTree>
    <p:extLst>
      <p:ext uri="{BB962C8B-B14F-4D97-AF65-F5344CB8AC3E}">
        <p14:creationId xmlns:p14="http://schemas.microsoft.com/office/powerpoint/2010/main" val="1294779931"/>
      </p:ext>
    </p:extLst>
  </p:cSld>
  <p:clrMapOvr>
    <a:masterClrMapping xmlns:a="http://schemas.openxmlformats.org/drawingml/2006/main"/>
  </p:clrMapOvr>
</p:sldLayout>
</file>

<file path=ppt/slideLayouts/slideLayout9.xml><?xml version="1.0" encoding="utf-8"?>
<p:sldLayout xmlns:p="http://schemas.openxmlformats.org/presentationml/2006/main" type="picTx" preserve="1">
  <p:cSld name="图片与标题">
    <p:spTree>
      <p:nvGrpSpPr>
        <p:cNvPr id="1" name=""/>
        <p:cNvGrpSpPr/>
        <p:nvPr/>
      </p:nvGrpSpPr>
      <p:grpSpPr>
        <a:xfrm xmlns:a="http://schemas.openxmlformats.org/drawingml/2006/main">
          <a:off x="0" y="0"/>
          <a:ext cx="0" cy="0"/>
          <a:chOff x="0" y="0"/>
          <a:chExt cx="0" cy="0"/>
        </a:xfrm>
      </p:grpSpPr>
      <p:sp>
        <p:nvSpPr>
          <p:cNvPr id="2" name="文本框"/>
          <p:cNvSpPr>
            <a:spLocks xmlns:a="http://schemas.openxmlformats.org/drawingml/2006/main" noGrp="1"/>
          </p:cNvSpPr>
          <p:nvPr>
            <p:ph type="title"/>
          </p:nvPr>
        </p:nvSpPr>
        <p:spPr>
          <a:xfrm xmlns:a="http://schemas.openxmlformats.org/drawingml/2006/main">
            <a:off x="1792288" y="4800600"/>
            <a:ext cx="5486400" cy="566738"/>
          </a:xfrm>
        </p:spPr>
        <p:txBody>
          <a:bodyPr xmlns:a="http://schemas.openxmlformats.org/drawingml/2006/main" anchor="b"/>
          <a:lstStyle xmlns:a="http://schemas.openxmlformats.org/drawingml/2006/main">
            <a:lvl1pPr algn="l">
              <a:defRPr sz="2000" b="1"/>
            </a:lvl1pPr>
          </a:lstStyle>
          <a:p xmlns:a="http://schemas.openxmlformats.org/drawingml/2006/main">
            <a:r>
              <a:rPr lang="zh-CN" altLang="en-US" smtClean="0"/>
              <a:t>单击此处编辑母版标题样式</a:t>
            </a:r>
            <a:endParaRPr lang="zh-CN" altLang="en-US"/>
          </a:p>
        </p:txBody>
      </p:sp>
      <p:sp>
        <p:nvSpPr>
          <p:cNvPr id="3" name="文本框"/>
          <p:cNvSpPr>
            <a:spLocks xmlns:a="http://schemas.openxmlformats.org/drawingml/2006/main" noGrp="1"/>
          </p:cNvSpPr>
          <p:nvPr>
            <p:ph type="pic" idx="1"/>
          </p:nvPr>
        </p:nvSpPr>
        <p:spPr>
          <a:xfrm xmlns:a="http://schemas.openxmlformats.org/drawingml/2006/main">
            <a:off x="1792288" y="612775"/>
            <a:ext cx="5486400" cy="4114800"/>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lang="zh-CN" altLang="en-US"/>
          </a:p>
        </p:txBody>
      </p:sp>
      <p:sp>
        <p:nvSpPr>
          <p:cNvPr id="4" name="文本框"/>
          <p:cNvSpPr>
            <a:spLocks xmlns:a="http://schemas.openxmlformats.org/drawingml/2006/main" noGrp="1"/>
          </p:cNvSpPr>
          <p:nvPr>
            <p:ph type="body" sz="half" idx="2"/>
          </p:nvPr>
        </p:nvSpPr>
        <p:spPr>
          <a:xfrm xmlns:a="http://schemas.openxmlformats.org/drawingml/2006/main">
            <a:off x="1792288" y="5367338"/>
            <a:ext cx="54864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r>
              <a:rPr lang="zh-CN" altLang="en-US" smtClean="0"/>
              <a:t>单击此处编辑母版文本样式</a:t>
            </a:r>
          </a:p>
        </p:txBody>
      </p:sp>
      <p:sp>
        <p:nvSpPr>
          <p:cNvPr id="5" name="文本框"/>
          <p:cNvSpPr>
            <a:spLocks xmlns:a="http://schemas.openxmlformats.org/drawingml/2006/main" noGrp="1"/>
          </p:cNvSpPr>
          <p:nvPr>
            <p:ph type="dt" sz="half" idx="10"/>
          </p:nvPr>
        </p:nvSpPr>
        <p:spPr/>
        <p:txBody>
          <a:bodyPr xmlns:a="http://schemas.openxmlformats.org/drawingml/2006/main"/>
          <a:lstStyle xmlns:a="http://schemas.openxmlformats.org/drawingml/2006/main"/>
          <a:p xmlns:a="http://schemas.openxmlformats.org/drawingml/2006/main">
            <a:fld id="{72514870-5082-4025-BC8A-5E070B8EB77D}" type="datetimeFigureOut">
              <a:rPr lang="zh-CN" altLang="en-US" smtClean="0"/>
              <a:t/>
            </a:fld>
            <a:endParaRPr lang="zh-CN" altLang="en-US"/>
          </a:p>
        </p:txBody>
      </p:sp>
      <p:sp>
        <p:nvSpPr>
          <p:cNvPr id="7" name="文本框"/>
          <p:cNvSpPr>
            <a:spLocks xmlns:a="http://schemas.openxmlformats.org/drawingml/2006/main" noGrp="1"/>
          </p:cNvSpPr>
          <p:nvPr>
            <p:ph type="sldNum" sz="quarter" idx="12"/>
          </p:nvPr>
        </p:nvSpPr>
        <p:spPr/>
        <p:txBody>
          <a:bodyPr xmlns:a="http://schemas.openxmlformats.org/drawingml/2006/main"/>
          <a:lstStyle xmlns:a="http://schemas.openxmlformats.org/drawingml/2006/main"/>
          <a:p xmlns:a="http://schemas.openxmlformats.org/drawingml/2006/main">
            <a:fld id="{3E00D155-3BB6-43CF-9AC4-BC63A66E74A9}" type="slidenum">
              <a:rPr lang="zh-CN" altLang="en-US" smtClean="0"/>
              <a:t/>
            </a:fld>
            <a:endParaRPr lang="zh-CN" altLang="en-US"/>
          </a:p>
        </p:txBody>
      </p:sp>
    </p:spTree>
    <p:extLst>
      <p:ext uri="{BB962C8B-B14F-4D97-AF65-F5344CB8AC3E}">
        <p14:creationId xmlns:p14="http://schemas.microsoft.com/office/powerpoint/2010/main" val="1192539603"/>
      </p:ext>
    </p:extLst>
  </p:cSld>
  <p:clrMapOvr>
    <a:masterClrMapping xmlns:a="http://schemas.openxmlformats.org/drawingml/2006/main"/>
  </p:clrMapOvr>
</p:sldLayout>
</file>

<file path=ppt/slideLayouts/slideLayout10.xml><?xml version="1.0" encoding="utf-8"?>
<p:sldLayout xmlns:p="http://schemas.openxmlformats.org/presentationml/2006/main" type="vertTx" preserve="1">
  <p:cSld name="标题和竖排文本">
    <p:spTree>
      <p:nvGrpSpPr>
        <p:cNvPr id="1" name=""/>
        <p:cNvGrpSpPr/>
        <p:nvPr/>
      </p:nvGrpSpPr>
      <p:grpSpPr>
        <a:xfrm xmlns:a="http://schemas.openxmlformats.org/drawingml/2006/main">
          <a:off x="0" y="0"/>
          <a:ext cx="0" cy="0"/>
          <a:chOff x="0" y="0"/>
          <a:chExt cx="0" cy="0"/>
        </a:xfrm>
      </p:grpSpPr>
      <p:sp>
        <p:nvSpPr>
          <p:cNvPr id="2" name="文本框"/>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rPr lang="zh-CN" altLang="en-US" smtClean="0"/>
              <a:t>单击此处编辑母版标题样式</a:t>
            </a:r>
            <a:endParaRPr lang="zh-CN" altLang="en-US"/>
          </a:p>
        </p:txBody>
      </p:sp>
      <p:sp>
        <p:nvSpPr>
          <p:cNvPr id="3" name="文本框"/>
          <p:cNvSpPr>
            <a:spLocks xmlns:a="http://schemas.openxmlformats.org/drawingml/2006/main" noGrp="1"/>
          </p:cNvSpPr>
          <p:nvPr>
            <p:ph type="body" orient="vert" idx="1"/>
          </p:nvPr>
        </p:nvSpPr>
        <p:spPr/>
        <p:txBody>
          <a:bodyPr xmlns:a="http://schemas.openxmlformats.org/drawingml/2006/main" vert="eaVert"/>
          <a:lstStyle xmlns:a="http://schemas.openxmlformats.org/drawingml/2006/main"/>
          <a:p xmlns:a="http://schemas.openxmlformats.org/drawingml/2006/main">
            <a:pPr lvl="0"/>
            <a:r>
              <a:rPr lang="zh-CN" altLang="en-US" smtClean="0"/>
              <a:t>单击此处编辑母版文本样式</a:t>
            </a:r>
          </a:p>
          <a:p xmlns:a="http://schemas.openxmlformats.org/drawingml/2006/main">
            <a:pPr lvl="1"/>
            <a:r>
              <a:rPr lang="zh-CN" altLang="en-US" smtClean="0"/>
              <a:t>第二级</a:t>
            </a:r>
          </a:p>
          <a:p xmlns:a="http://schemas.openxmlformats.org/drawingml/2006/main">
            <a:pPr lvl="2"/>
            <a:r>
              <a:rPr lang="zh-CN" altLang="en-US" smtClean="0"/>
              <a:t>第三级</a:t>
            </a:r>
          </a:p>
          <a:p xmlns:a="http://schemas.openxmlformats.org/drawingml/2006/main">
            <a:pPr lvl="3"/>
            <a:r>
              <a:rPr lang="zh-CN" altLang="en-US" smtClean="0"/>
              <a:t>第四级</a:t>
            </a:r>
          </a:p>
          <a:p xmlns:a="http://schemas.openxmlformats.org/drawingml/2006/main">
            <a:pPr lvl="4"/>
            <a:r>
              <a:rPr lang="zh-CN" altLang="en-US" smtClean="0"/>
              <a:t>第五级</a:t>
            </a:r>
            <a:endParaRPr lang="zh-CN" altLang="en-US"/>
          </a:p>
        </p:txBody>
      </p:sp>
      <p:sp>
        <p:nvSpPr>
          <p:cNvPr id="4" name="文本框"/>
          <p:cNvSpPr>
            <a:spLocks xmlns:a="http://schemas.openxmlformats.org/drawingml/2006/main" noGrp="1"/>
          </p:cNvSpPr>
          <p:nvPr>
            <p:ph type="dt" sz="half" idx="10"/>
          </p:nvPr>
        </p:nvSpPr>
        <p:spPr/>
        <p:txBody>
          <a:bodyPr xmlns:a="http://schemas.openxmlformats.org/drawingml/2006/main"/>
          <a:lstStyle xmlns:a="http://schemas.openxmlformats.org/drawingml/2006/main"/>
          <a:p xmlns:a="http://schemas.openxmlformats.org/drawingml/2006/main">
            <a:fld id="{72514870-5082-4025-BC8A-5E070B8EB77D}" type="datetimeFigureOut">
              <a:rPr lang="zh-CN" altLang="en-US" smtClean="0"/>
              <a:t/>
            </a:fld>
            <a:endParaRPr lang="zh-CN" altLang="en-US"/>
          </a:p>
        </p:txBody>
      </p:sp>
      <p:sp>
        <p:nvSpPr>
          <p:cNvPr id="6" name="文本框"/>
          <p:cNvSpPr>
            <a:spLocks xmlns:a="http://schemas.openxmlformats.org/drawingml/2006/main" noGrp="1"/>
          </p:cNvSpPr>
          <p:nvPr>
            <p:ph type="sldNum" sz="quarter" idx="12"/>
          </p:nvPr>
        </p:nvSpPr>
        <p:spPr/>
        <p:txBody>
          <a:bodyPr xmlns:a="http://schemas.openxmlformats.org/drawingml/2006/main"/>
          <a:lstStyle xmlns:a="http://schemas.openxmlformats.org/drawingml/2006/main"/>
          <a:p xmlns:a="http://schemas.openxmlformats.org/drawingml/2006/main">
            <a:fld id="{3E00D155-3BB6-43CF-9AC4-BC63A66E74A9}" type="slidenum">
              <a:rPr lang="zh-CN" altLang="en-US" smtClean="0"/>
              <a:t/>
            </a:fld>
            <a:endParaRPr lang="zh-CN" altLang="en-US"/>
          </a:p>
        </p:txBody>
      </p:sp>
    </p:spTree>
    <p:extLst>
      <p:ext uri="{BB962C8B-B14F-4D97-AF65-F5344CB8AC3E}">
        <p14:creationId xmlns:p14="http://schemas.microsoft.com/office/powerpoint/2010/main" val="1180619680"/>
      </p:ext>
    </p:extLst>
  </p:cSld>
  <p:clrMapOvr>
    <a:masterClrMapping xmlns:a="http://schemas.openxmlformats.org/drawingml/2006/main"/>
  </p:clrMapOvr>
</p:sldLayout>
</file>

<file path=ppt/slideLayouts/slideLayout11.xml><?xml version="1.0" encoding="utf-8"?>
<p:sldLayout xmlns:p="http://schemas.openxmlformats.org/presentationml/2006/main" type="vertTitleAndTx" preserve="1">
  <p:cSld name="垂直排列标题与文本">
    <p:spTree>
      <p:nvGrpSpPr>
        <p:cNvPr id="1" name=""/>
        <p:cNvGrpSpPr/>
        <p:nvPr/>
      </p:nvGrpSpPr>
      <p:grpSpPr>
        <a:xfrm xmlns:a="http://schemas.openxmlformats.org/drawingml/2006/main">
          <a:off x="0" y="0"/>
          <a:ext cx="0" cy="0"/>
          <a:chOff x="0" y="0"/>
          <a:chExt cx="0" cy="0"/>
        </a:xfrm>
      </p:grpSpPr>
      <p:sp>
        <p:nvSpPr>
          <p:cNvPr id="2" name="文本框"/>
          <p:cNvSpPr>
            <a:spLocks xmlns:a="http://schemas.openxmlformats.org/drawingml/2006/main" noGrp="1"/>
          </p:cNvSpPr>
          <p:nvPr>
            <p:ph type="title" orient="vert"/>
          </p:nvPr>
        </p:nvSpPr>
        <p:spPr>
          <a:xfrm xmlns:a="http://schemas.openxmlformats.org/drawingml/2006/main">
            <a:off x="6629400" y="274638"/>
            <a:ext cx="2057400" cy="5851525"/>
          </a:xfrm>
        </p:spPr>
        <p:txBody>
          <a:bodyPr xmlns:a="http://schemas.openxmlformats.org/drawingml/2006/main" vert="eaVert"/>
          <a:lstStyle xmlns:a="http://schemas.openxmlformats.org/drawingml/2006/main"/>
          <a:p xmlns:a="http://schemas.openxmlformats.org/drawingml/2006/main">
            <a:r>
              <a:rPr lang="zh-CN" altLang="en-US" smtClean="0"/>
              <a:t>单击此处编辑母版标题样式</a:t>
            </a:r>
            <a:endParaRPr lang="zh-CN" altLang="en-US"/>
          </a:p>
        </p:txBody>
      </p:sp>
      <p:sp>
        <p:nvSpPr>
          <p:cNvPr id="3" name="文本框"/>
          <p:cNvSpPr>
            <a:spLocks xmlns:a="http://schemas.openxmlformats.org/drawingml/2006/main" noGrp="1"/>
          </p:cNvSpPr>
          <p:nvPr>
            <p:ph type="body" orient="vert" idx="1"/>
          </p:nvPr>
        </p:nvSpPr>
        <p:spPr>
          <a:xfrm xmlns:a="http://schemas.openxmlformats.org/drawingml/2006/main">
            <a:off x="457200" y="274638"/>
            <a:ext cx="6019800" cy="5851525"/>
          </a:xfrm>
        </p:spPr>
        <p:txBody>
          <a:bodyPr xmlns:a="http://schemas.openxmlformats.org/drawingml/2006/main" vert="eaVert"/>
          <a:lstStyle xmlns:a="http://schemas.openxmlformats.org/drawingml/2006/main"/>
          <a:p xmlns:a="http://schemas.openxmlformats.org/drawingml/2006/main">
            <a:pPr lvl="0"/>
            <a:r>
              <a:rPr lang="zh-CN" altLang="en-US" smtClean="0"/>
              <a:t>单击此处编辑母版文本样式</a:t>
            </a:r>
          </a:p>
          <a:p xmlns:a="http://schemas.openxmlformats.org/drawingml/2006/main">
            <a:pPr lvl="1"/>
            <a:r>
              <a:rPr lang="zh-CN" altLang="en-US" smtClean="0"/>
              <a:t>第二级</a:t>
            </a:r>
          </a:p>
          <a:p xmlns:a="http://schemas.openxmlformats.org/drawingml/2006/main">
            <a:pPr lvl="2"/>
            <a:r>
              <a:rPr lang="zh-CN" altLang="en-US" smtClean="0"/>
              <a:t>第三级</a:t>
            </a:r>
          </a:p>
          <a:p xmlns:a="http://schemas.openxmlformats.org/drawingml/2006/main">
            <a:pPr lvl="3"/>
            <a:r>
              <a:rPr lang="zh-CN" altLang="en-US" smtClean="0"/>
              <a:t>第四级</a:t>
            </a:r>
          </a:p>
          <a:p xmlns:a="http://schemas.openxmlformats.org/drawingml/2006/main">
            <a:pPr lvl="4"/>
            <a:r>
              <a:rPr lang="zh-CN" altLang="en-US" smtClean="0"/>
              <a:t>第五级</a:t>
            </a:r>
            <a:endParaRPr lang="zh-CN" altLang="en-US"/>
          </a:p>
        </p:txBody>
      </p:sp>
      <p:sp>
        <p:nvSpPr>
          <p:cNvPr id="4" name="文本框"/>
          <p:cNvSpPr>
            <a:spLocks xmlns:a="http://schemas.openxmlformats.org/drawingml/2006/main" noGrp="1"/>
          </p:cNvSpPr>
          <p:nvPr>
            <p:ph type="dt" sz="half" idx="10"/>
          </p:nvPr>
        </p:nvSpPr>
        <p:spPr/>
        <p:txBody>
          <a:bodyPr xmlns:a="http://schemas.openxmlformats.org/drawingml/2006/main"/>
          <a:lstStyle xmlns:a="http://schemas.openxmlformats.org/drawingml/2006/main"/>
          <a:p xmlns:a="http://schemas.openxmlformats.org/drawingml/2006/main">
            <a:fld id="{72514870-5082-4025-BC8A-5E070B8EB77D}" type="datetimeFigureOut">
              <a:rPr lang="zh-CN" altLang="en-US" smtClean="0"/>
              <a:t/>
            </a:fld>
            <a:endParaRPr lang="zh-CN" altLang="en-US"/>
          </a:p>
        </p:txBody>
      </p:sp>
      <p:sp>
        <p:nvSpPr>
          <p:cNvPr id="6" name="文本框"/>
          <p:cNvSpPr>
            <a:spLocks xmlns:a="http://schemas.openxmlformats.org/drawingml/2006/main" noGrp="1"/>
          </p:cNvSpPr>
          <p:nvPr>
            <p:ph type="sldNum" sz="quarter" idx="12"/>
          </p:nvPr>
        </p:nvSpPr>
        <p:spPr/>
        <p:txBody>
          <a:bodyPr xmlns:a="http://schemas.openxmlformats.org/drawingml/2006/main"/>
          <a:lstStyle xmlns:a="http://schemas.openxmlformats.org/drawingml/2006/main"/>
          <a:p xmlns:a="http://schemas.openxmlformats.org/drawingml/2006/main">
            <a:fld id="{3E00D155-3BB6-43CF-9AC4-BC63A66E74A9}" type="slidenum">
              <a:rPr lang="zh-CN" altLang="en-US" smtClean="0"/>
              <a:t/>
            </a:fld>
            <a:endParaRPr lang="zh-CN" altLang="en-US"/>
          </a:p>
        </p:txBody>
      </p:sp>
    </p:spTree>
    <p:extLst>
      <p:ext uri="{BB962C8B-B14F-4D97-AF65-F5344CB8AC3E}">
        <p14:creationId xmlns:p14="http://schemas.microsoft.com/office/powerpoint/2010/main" val="1472655735"/>
      </p:ext>
    </p:extLst>
  </p:cSld>
  <p:clrMapOvr>
    <a:masterClrMapping xmlns:a="http://schemas.openxmlformats.org/drawingml/2006/main"/>
  </p:clrMapOvr>
</p:sldLayout>
</file>

<file path=ppt/slideLayouts/slideLayout12.xml><?xml version="1.0" encoding="utf-8"?>
<p:sldLayout xmlns:p="http://schemas.openxmlformats.org/presentationml/2006/main" showMasterSp="0" preserve="1">
  <p:cSld name="自定义版式">
    <p:bg>
      <p:bgPr>
        <a:solidFill xmlns:a="http://schemas.openxmlformats.org/drawingml/2006/main">
          <a:srgbClr val="FFFFFF"/>
        </a:solidFill>
      </p:bgPr>
    </p:bg>
    <p:spTree>
      <p:nvGrpSpPr>
        <p:cNvPr id="1" name=""/>
        <p:cNvGrpSpPr/>
        <p:nvPr/>
      </p:nvGrpSpPr>
      <p:grpSpPr>
        <a:xfrm xmlns:a="http://schemas.openxmlformats.org/drawingml/2006/main">
          <a:off x="0" y="0"/>
          <a:ext cx="0" cy="0"/>
          <a:chOff x="0" y="0"/>
          <a:chExt cx="0" cy="0"/>
        </a:xfrm>
      </p:grpSpPr>
      <p:sp>
        <p:nvSpPr>
          <p:cNvPr id="18" name="矩形"/>
          <p:cNvSpPr>
            <a:spLocks xmlns:a="http://schemas.openxmlformats.org/drawingml/2006/main"/>
          </p:cNvSpPr>
          <p:nvPr/>
        </p:nvSpPr>
        <p:spPr>
          <a:xfrm xmlns:a="http://schemas.openxmlformats.org/drawingml/2006/main" rot="0">
            <a:off x="4165600" y="6356349"/>
            <a:ext cx="3860799" cy="365125"/>
          </a:xfrm>
          <a:prstGeom xmlns:a="http://schemas.openxmlformats.org/drawingml/2006/main" prst="rect"/>
          <a:noFill xmlns:a="http://schemas.openxmlformats.org/drawingml/2006/main"/>
          <a:ln xmlns:a="http://schemas.openxmlformats.org/drawingml/2006/main" w="12700" cmpd="sng" cap="flat">
            <a:noFill/>
            <a:prstDash val="solid"/>
            <a:round/>
          </a:ln>
        </p:spPr>
      </p:sp>
      <p:sp>
        <p:nvSpPr>
          <p:cNvPr id="19" name="文本框"/>
          <p:cNvSpPr>
            <a:spLocks xmlns:a="http://schemas.openxmlformats.org/drawingml/2006/main" noGrp="1"/>
          </p:cNvSpPr>
          <p:nvPr>
            <p:ph type="title"/>
          </p:nvPr>
        </p:nvSpPr>
        <p:spPr>
          <a:xfrm xmlns:a="http://schemas.openxmlformats.org/drawingml/2006/main" rot="0">
            <a:off x="914401" y="2130425"/>
            <a:ext cx="10361084" cy="1468438"/>
          </a:xfrm>
          <a:prstGeom xmlns:a="http://schemas.openxmlformats.org/drawingml/2006/main" prst="rect"/>
          <a:noFill xmlns:a="http://schemas.openxmlformats.org/drawingml/2006/main"/>
          <a:ln xmlns:a="http://schemas.openxmlformats.org/drawingml/2006/main" w="12700" cmpd="sng" cap="flat">
            <a:noFill/>
            <a:prstDash val="solid"/>
            <a:round/>
          </a:ln>
        </p:spPr>
        <p:txBody>
          <a:bodyPr xmlns:a="http://schemas.openxmlformats.org/drawingml/2006/main" vert="horz" wrap="square" lIns="91440" tIns="45720" rIns="91440" bIns="45720" anchor="ctr" anchorCtr="0">
            <a:prstTxWarp prst="textNoShape"/>
          </a:bodyPr>
          <a:lstStyle xmlns:a="http://schemas.openxmlformats.org/drawingml/2006/main"/>
          <a:p xmlns:a="http://schemas.openxmlformats.org/drawingml/2006/main">
            <a:pPr algn="l">
              <a:lnSpc>
                <a:spcPct val="83000"/>
              </a:lnSpc>
              <a:spcBef>
                <a:spcPts val="0"/>
              </a:spcBef>
              <a:spcAft>
                <a:spcPts val="0"/>
              </a:spcAft>
            </a:pPr>
            <a:endParaRPr lang="zh-CN" altLang="en-US"/>
          </a:p>
        </p:txBody>
      </p:sp>
      <p:sp>
        <p:nvSpPr>
          <p:cNvPr id="20" name="文本框"/>
          <p:cNvSpPr>
            <a:spLocks xmlns:a="http://schemas.openxmlformats.org/drawingml/2006/main" noGrp="1"/>
          </p:cNvSpPr>
          <p:nvPr>
            <p:ph type="dt" idx="10"/>
          </p:nvPr>
        </p:nvSpPr>
        <p:spPr>
          <a:xfrm xmlns:a="http://schemas.openxmlformats.org/drawingml/2006/main" rot="0">
            <a:off x="609600" y="6356349"/>
            <a:ext cx="2843213" cy="363536"/>
          </a:xfrm>
          <a:prstGeom xmlns:a="http://schemas.openxmlformats.org/drawingml/2006/main" prst="rect"/>
          <a:noFill xmlns:a="http://schemas.openxmlformats.org/drawingml/2006/main"/>
          <a:ln xmlns:a="http://schemas.openxmlformats.org/drawingml/2006/main" w="12700" cmpd="sng" cap="flat">
            <a:noFill/>
            <a:prstDash val="solid"/>
            <a:round/>
          </a:ln>
        </p:spPr>
        <p:txBody>
          <a:bodyPr xmlns:a="http://schemas.openxmlformats.org/drawingml/2006/main" vert="horz" wrap="square" lIns="91425" tIns="45700" rIns="91425" bIns="45700" anchor="ctr" anchorCtr="0">
            <a:prstTxWarp prst="textNoShape"/>
          </a:bodyPr>
          <a:lstStyle xmlns:a="http://schemas.openxmlformats.org/drawingml/2006/main"/>
          <a:p xmlns:a="http://schemas.openxmlformats.org/drawingml/2006/main">
            <a:pPr algn="l">
              <a:lnSpc>
                <a:spcPct val="100000"/>
              </a:lnSpc>
              <a:spcBef>
                <a:spcPts val="0"/>
              </a:spcBef>
              <a:spcAft>
                <a:spcPts val="0"/>
              </a:spcAft>
            </a:pPr>
            <a:r>
              <a:rPr lang="en-US" altLang="zh-CN" sz="1200" b="0" i="0" u="none" strike="noStrike" cap="none">
                <a:solidFill>
                  <a:srgbClr val="8B8B8B"/>
                </a:solidFill>
                <a:latin typeface="Calibri" pitchFamily="0" charset="0"/>
                <a:ea typeface="Calibri" pitchFamily="0" charset="0"/>
                <a:cs typeface="Calibri" pitchFamily="0" charset="0"/>
                <a:sym typeface="Calibri" pitchFamily="0" charset="0"/>
              </a:rPr>
              <a:t>2/6/2025</a:t>
            </a:r>
            <a:endParaRPr lang="zh-CN" altLang="en-US" sz="1200" b="0" i="0" u="none" strike="noStrike" cap="none">
              <a:solidFill>
                <a:srgbClr val="8B8B8B"/>
              </a:solidFill>
              <a:latin typeface="Calibri" pitchFamily="0" charset="0"/>
              <a:ea typeface="Calibri" pitchFamily="0" charset="0"/>
              <a:cs typeface="Calibri" pitchFamily="0" charset="0"/>
              <a:sym typeface="Calibri" pitchFamily="0" charset="0"/>
            </a:endParaRPr>
          </a:p>
        </p:txBody>
      </p:sp>
      <p:sp>
        <p:nvSpPr>
          <p:cNvPr id="21" name="文本框"/>
          <p:cNvSpPr>
            <a:spLocks xmlns:a="http://schemas.openxmlformats.org/drawingml/2006/main" noGrp="1"/>
          </p:cNvSpPr>
          <p:nvPr>
            <p:ph type="sldNum"/>
          </p:nvPr>
        </p:nvSpPr>
        <p:spPr>
          <a:xfrm xmlns:a="http://schemas.openxmlformats.org/drawingml/2006/main" rot="0">
            <a:off x="8737600" y="6356349"/>
            <a:ext cx="2843213" cy="363536"/>
          </a:xfrm>
          <a:prstGeom xmlns:a="http://schemas.openxmlformats.org/drawingml/2006/main" prst="rect"/>
          <a:noFill xmlns:a="http://schemas.openxmlformats.org/drawingml/2006/main"/>
          <a:ln xmlns:a="http://schemas.openxmlformats.org/drawingml/2006/main" w="12700" cmpd="sng" cap="flat">
            <a:noFill/>
            <a:prstDash val="solid"/>
            <a:round/>
          </a:ln>
        </p:spPr>
        <p:txBody>
          <a:bodyPr xmlns:a="http://schemas.openxmlformats.org/drawingml/2006/main" vert="horz" wrap="square" lIns="91425" tIns="45700" rIns="91425" bIns="45700" anchor="ctr" anchorCtr="0">
            <a:prstTxWarp prst="textNoShape"/>
          </a:bodyPr>
          <a:lstStyle xmlns:a="http://schemas.openxmlformats.org/drawingml/2006/main"/>
          <a:p xmlns:a="http://schemas.openxmlformats.org/drawingml/2006/main">
            <a:pPr marL="0" indent="0" algn="r">
              <a:spcBef>
                <a:spcPts val="0"/>
              </a:spcBef>
              <a:spcAft>
                <a:spcPts val="0"/>
              </a:spcAft>
            </a:pPr>
            <a:fld id="{CAD2D6BD-DE1B-4B5F-8B41-2702339687B9}" type="slidenum">
              <a:rPr lang="en-US" altLang="zh-CN" sz="1200" b="0" i="0" u="none" strike="noStrike" kern="0" cap="none" spc="0" baseline="0">
                <a:solidFill>
                  <a:srgbClr val="8B8B8B"/>
                </a:solidFill>
                <a:latin typeface="Calibri" pitchFamily="0" charset="0"/>
                <a:ea typeface="Calibri" pitchFamily="0" charset="0"/>
                <a:cs typeface="Calibri" pitchFamily="0" charset="0"/>
                <a:sym typeface="Calibri" pitchFamily="0" charset="0"/>
              </a:rPr>
              <a:t>&lt;#&gt;</a:t>
            </a:fld>
            <a:endParaRPr lang="zh-CN" altLang="en-US" sz="1200" b="0" i="0" u="none" strike="noStrike" cap="none">
              <a:solidFill>
                <a:srgbClr val="8B8B8B"/>
              </a:solidFill>
              <a:latin typeface="Calibri" pitchFamily="0" charset="0"/>
              <a:ea typeface="Calibri" pitchFamily="0" charset="0"/>
              <a:cs typeface="Calibri" pitchFamily="0" charset="0"/>
              <a:sym typeface="Calibri" pitchFamily="0" charset="0"/>
            </a:endParaRPr>
          </a:p>
        </p:txBody>
      </p:sp>
    </p:spTree>
    <p:extLst>
      <p:ext uri="{BB962C8B-B14F-4D97-AF65-F5344CB8AC3E}">
        <p14:creationId xmlns:p14="http://schemas.microsoft.com/office/powerpoint/2010/main" val="1443016901"/>
      </p:ext>
    </p:extLst>
  </p:cSld>
  <p:clrMapOvr>
    <a:masterClrMapping xmlns:a="http://schemas.openxmlformats.org/drawingml/2006/main"/>
  </p:clrMapOvr>
</p:sldLayout>
</file>

<file path=ppt/slideLayouts/slideLayout13.xml><?xml version="1.0" encoding="utf-8"?>
<p:sldLayout xmlns:p="http://schemas.openxmlformats.org/presentationml/2006/main" type="title" preserve="1">
  <p:cSld name="标题幻灯片">
    <p:spTree>
      <p:nvGrpSpPr>
        <p:cNvPr id="1" name=""/>
        <p:cNvGrpSpPr/>
        <p:nvPr/>
      </p:nvGrpSpPr>
      <p:grpSpPr>
        <a:xfrm xmlns:a="http://schemas.openxmlformats.org/drawingml/2006/main">
          <a:off x="0" y="0"/>
          <a:ext cx="0" cy="0"/>
          <a:chOff x="0" y="0"/>
          <a:chExt cx="0" cy="0"/>
        </a:xfrm>
      </p:grpSpPr>
      <p:sp>
        <p:nvSpPr>
          <p:cNvPr id="2" name="文本框"/>
          <p:cNvSpPr>
            <a:spLocks xmlns:a="http://schemas.openxmlformats.org/drawingml/2006/main" noGrp="1"/>
          </p:cNvSpPr>
          <p:nvPr>
            <p:ph type="ctrTitle"/>
          </p:nvPr>
        </p:nvSpPr>
        <p:spPr>
          <a:xfrm xmlns:a="http://schemas.openxmlformats.org/drawingml/2006/main">
            <a:off x="914400" y="2130425"/>
            <a:ext cx="10363200" cy="1470025"/>
          </a:xfrm>
        </p:spPr>
        <p:txBody>
          <a:bodyPr xmlns:a="http://schemas.openxmlformats.org/drawingml/2006/main"/>
          <a:lstStyle xmlns:a="http://schemas.openxmlformats.org/drawingml/2006/main"/>
          <a:p xmlns:a="http://schemas.openxmlformats.org/drawingml/2006/main">
            <a:r>
              <a:rPr lang="zh-CN" altLang="en-US" smtClean="0"/>
              <a:t>单击此处编辑母版标题样式</a:t>
            </a:r>
            <a:endParaRPr lang="zh-CN" altLang="en-US"/>
          </a:p>
        </p:txBody>
      </p:sp>
      <p:sp>
        <p:nvSpPr>
          <p:cNvPr id="3" name="文本框"/>
          <p:cNvSpPr>
            <a:spLocks xmlns:a="http://schemas.openxmlformats.org/drawingml/2006/main" noGrp="1"/>
          </p:cNvSpPr>
          <p:nvPr>
            <p:ph type="subTitle" idx="1"/>
          </p:nvPr>
        </p:nvSpPr>
        <p:spPr>
          <a:xfrm xmlns:a="http://schemas.openxmlformats.org/drawingml/2006/main">
            <a:off x="1828800" y="3886199"/>
            <a:ext cx="8534400" cy="1752600"/>
          </a:xfrm>
        </p:spPr>
        <p:txBody>
          <a:bodyPr xmlns:a="http://schemas.openxmlformats.org/drawingml/2006/main"/>
          <a:lstStyle xmlns:a="http://schemas.openxmlformats.org/drawingml/2006/main">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xmlns:a="http://schemas.openxmlformats.org/drawingml/2006/main">
            <a:r>
              <a:rPr lang="zh-CN" altLang="en-US" smtClean="0"/>
              <a:t>单击此处编辑母版副标题样式</a:t>
            </a:r>
            <a:endParaRPr lang="zh-CN" altLang="en-US"/>
          </a:p>
        </p:txBody>
      </p:sp>
      <p:sp>
        <p:nvSpPr>
          <p:cNvPr id="4" name="文本框"/>
          <p:cNvSpPr>
            <a:spLocks xmlns:a="http://schemas.openxmlformats.org/drawingml/2006/main" noGrp="1"/>
          </p:cNvSpPr>
          <p:nvPr>
            <p:ph type="dt" sz="half" idx="10"/>
          </p:nvPr>
        </p:nvSpPr>
        <p:spPr/>
        <p:txBody>
          <a:bodyPr xmlns:a="http://schemas.openxmlformats.org/drawingml/2006/main"/>
          <a:lstStyle xmlns:a="http://schemas.openxmlformats.org/drawingml/2006/main"/>
          <a:p xmlns:a="http://schemas.openxmlformats.org/drawingml/2006/main">
            <a:fld id="{72514870-5082-4025-BC8A-5E070B8EB77D}" type="datetimeFigureOut">
              <a:rPr lang="zh-CN" altLang="en-US" smtClean="0"/>
              <a:t/>
            </a:fld>
            <a:endParaRPr lang="zh-CN" altLang="en-US"/>
          </a:p>
        </p:txBody>
      </p:sp>
      <p:sp>
        <p:nvSpPr>
          <p:cNvPr id="6" name="文本框"/>
          <p:cNvSpPr>
            <a:spLocks xmlns:a="http://schemas.openxmlformats.org/drawingml/2006/main" noGrp="1"/>
          </p:cNvSpPr>
          <p:nvPr>
            <p:ph type="sldNum" sz="quarter" idx="12"/>
          </p:nvPr>
        </p:nvSpPr>
        <p:spPr/>
        <p:txBody>
          <a:bodyPr xmlns:a="http://schemas.openxmlformats.org/drawingml/2006/main"/>
          <a:lstStyle xmlns:a="http://schemas.openxmlformats.org/drawingml/2006/main"/>
          <a:p xmlns:a="http://schemas.openxmlformats.org/drawingml/2006/main">
            <a:fld id="{3E00D155-3BB6-43CF-9AC4-BC63A66E74A9}" type="slidenum">
              <a:rPr lang="zh-CN" altLang="en-US" smtClean="0"/>
              <a:t/>
            </a:fld>
            <a:endParaRPr lang="zh-CN" altLang="en-US"/>
          </a:p>
        </p:txBody>
      </p:sp>
    </p:spTree>
    <p:extLst>
      <p:ext uri="{BB962C8B-B14F-4D97-AF65-F5344CB8AC3E}">
        <p14:creationId xmlns:p14="http://schemas.microsoft.com/office/powerpoint/2010/main" val="1626736964"/>
      </p:ext>
    </p:extLst>
  </p:cSld>
  <p:clrMapOvr>
    <a:masterClrMapping xmlns:a="http://schemas.openxmlformats.org/drawingml/2006/main"/>
  </p:clrMapOvr>
</p:sldLayout>
</file>

<file path=ppt/slideLayouts/slideLayout14.xml><?xml version="1.0" encoding="utf-8"?>
<p:sldLayout xmlns:p="http://schemas.openxmlformats.org/presentationml/2006/main" type="obj" preserve="1">
  <p:cSld name="标题和内容">
    <p:spTree>
      <p:nvGrpSpPr>
        <p:cNvPr id="1" name=""/>
        <p:cNvGrpSpPr/>
        <p:nvPr/>
      </p:nvGrpSpPr>
      <p:grpSpPr>
        <a:xfrm xmlns:a="http://schemas.openxmlformats.org/drawingml/2006/main">
          <a:off x="0" y="0"/>
          <a:ext cx="0" cy="0"/>
          <a:chOff x="0" y="0"/>
          <a:chExt cx="0" cy="0"/>
        </a:xfrm>
      </p:grpSpPr>
      <p:sp>
        <p:nvSpPr>
          <p:cNvPr id="2" name="文本框"/>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rPr lang="zh-CN" altLang="en-US" smtClean="0"/>
              <a:t>单击此处编辑母版标题样式</a:t>
            </a:r>
            <a:endParaRPr lang="zh-CN" altLang="en-US"/>
          </a:p>
        </p:txBody>
      </p:sp>
      <p:sp>
        <p:nvSpPr>
          <p:cNvPr id="3" name="文本框"/>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r>
              <a:rPr lang="zh-CN" altLang="en-US" smtClean="0"/>
              <a:t>单击此处编辑母版文本样式</a:t>
            </a:r>
          </a:p>
          <a:p xmlns:a="http://schemas.openxmlformats.org/drawingml/2006/main">
            <a:pPr lvl="1"/>
            <a:r>
              <a:rPr lang="zh-CN" altLang="en-US" smtClean="0"/>
              <a:t>第二级</a:t>
            </a:r>
          </a:p>
          <a:p xmlns:a="http://schemas.openxmlformats.org/drawingml/2006/main">
            <a:pPr lvl="2"/>
            <a:r>
              <a:rPr lang="zh-CN" altLang="en-US" smtClean="0"/>
              <a:t>第三级</a:t>
            </a:r>
          </a:p>
          <a:p xmlns:a="http://schemas.openxmlformats.org/drawingml/2006/main">
            <a:pPr lvl="3"/>
            <a:r>
              <a:rPr lang="zh-CN" altLang="en-US" smtClean="0"/>
              <a:t>第四级</a:t>
            </a:r>
          </a:p>
          <a:p xmlns:a="http://schemas.openxmlformats.org/drawingml/2006/main">
            <a:pPr lvl="4"/>
            <a:r>
              <a:rPr lang="zh-CN" altLang="en-US" smtClean="0"/>
              <a:t>第五级</a:t>
            </a:r>
            <a:endParaRPr lang="zh-CN" altLang="en-US"/>
          </a:p>
        </p:txBody>
      </p:sp>
      <p:sp>
        <p:nvSpPr>
          <p:cNvPr id="4" name="文本框"/>
          <p:cNvSpPr>
            <a:spLocks xmlns:a="http://schemas.openxmlformats.org/drawingml/2006/main" noGrp="1"/>
          </p:cNvSpPr>
          <p:nvPr>
            <p:ph type="dt" sz="half" idx="10"/>
          </p:nvPr>
        </p:nvSpPr>
        <p:spPr/>
        <p:txBody>
          <a:bodyPr xmlns:a="http://schemas.openxmlformats.org/drawingml/2006/main"/>
          <a:lstStyle xmlns:a="http://schemas.openxmlformats.org/drawingml/2006/main"/>
          <a:p xmlns:a="http://schemas.openxmlformats.org/drawingml/2006/main">
            <a:fld id="{72514870-5082-4025-BC8A-5E070B8EB77D}" type="datetimeFigureOut">
              <a:rPr lang="zh-CN" altLang="en-US" smtClean="0"/>
              <a:t/>
            </a:fld>
            <a:endParaRPr lang="zh-CN" altLang="en-US"/>
          </a:p>
        </p:txBody>
      </p:sp>
      <p:sp>
        <p:nvSpPr>
          <p:cNvPr id="6" name="文本框"/>
          <p:cNvSpPr>
            <a:spLocks xmlns:a="http://schemas.openxmlformats.org/drawingml/2006/main" noGrp="1"/>
          </p:cNvSpPr>
          <p:nvPr>
            <p:ph type="sldNum" sz="quarter" idx="12"/>
          </p:nvPr>
        </p:nvSpPr>
        <p:spPr/>
        <p:txBody>
          <a:bodyPr xmlns:a="http://schemas.openxmlformats.org/drawingml/2006/main"/>
          <a:lstStyle xmlns:a="http://schemas.openxmlformats.org/drawingml/2006/main"/>
          <a:p xmlns:a="http://schemas.openxmlformats.org/drawingml/2006/main">
            <a:fld id="{3E00D155-3BB6-43CF-9AC4-BC63A66E74A9}" type="slidenum">
              <a:rPr lang="zh-CN" altLang="en-US" smtClean="0"/>
              <a:t/>
            </a:fld>
            <a:endParaRPr lang="zh-CN" altLang="en-US"/>
          </a:p>
        </p:txBody>
      </p:sp>
    </p:spTree>
    <p:extLst>
      <p:ext uri="{BB962C8B-B14F-4D97-AF65-F5344CB8AC3E}">
        <p14:creationId xmlns:p14="http://schemas.microsoft.com/office/powerpoint/2010/main" val="1590331146"/>
      </p:ext>
    </p:extLst>
  </p:cSld>
  <p:clrMapOvr>
    <a:masterClrMapping xmlns:a="http://schemas.openxmlformats.org/drawingml/2006/main"/>
  </p:clrMapOvr>
</p:sldLayout>
</file>

<file path=ppt/slideLayouts/slideLayout15.xml><?xml version="1.0" encoding="utf-8"?>
<p:sldLayout xmlns:p="http://schemas.openxmlformats.org/presentationml/2006/main" type="secHead" preserve="1">
  <p:cSld name="节标题">
    <p:spTree>
      <p:nvGrpSpPr>
        <p:cNvPr id="1" name=""/>
        <p:cNvGrpSpPr/>
        <p:nvPr/>
      </p:nvGrpSpPr>
      <p:grpSpPr>
        <a:xfrm xmlns:a="http://schemas.openxmlformats.org/drawingml/2006/main">
          <a:off x="0" y="0"/>
          <a:ext cx="0" cy="0"/>
          <a:chOff x="0" y="0"/>
          <a:chExt cx="0" cy="0"/>
        </a:xfrm>
      </p:grpSpPr>
      <p:sp>
        <p:nvSpPr>
          <p:cNvPr id="2" name="文本框"/>
          <p:cNvSpPr>
            <a:spLocks xmlns:a="http://schemas.openxmlformats.org/drawingml/2006/main" noGrp="1"/>
          </p:cNvSpPr>
          <p:nvPr>
            <p:ph type="title"/>
          </p:nvPr>
        </p:nvSpPr>
        <p:spPr>
          <a:xfrm xmlns:a="http://schemas.openxmlformats.org/drawingml/2006/main">
            <a:off x="722313" y="4406900"/>
            <a:ext cx="7772400" cy="1362075"/>
          </a:xfrm>
        </p:spPr>
        <p:txBody>
          <a:bodyPr xmlns:a="http://schemas.openxmlformats.org/drawingml/2006/main" anchor="t"/>
          <a:lstStyle xmlns:a="http://schemas.openxmlformats.org/drawingml/2006/main">
            <a:lvl1pPr algn="l">
              <a:defRPr sz="4000" b="1" cap="all"/>
            </a:lvl1pPr>
          </a:lstStyle>
          <a:p xmlns:a="http://schemas.openxmlformats.org/drawingml/2006/main">
            <a:r>
              <a:rPr lang="zh-CN" altLang="en-US" smtClean="0"/>
              <a:t>单击此处编辑母版标题样式</a:t>
            </a:r>
            <a:endParaRPr lang="zh-CN" altLang="en-US"/>
          </a:p>
        </p:txBody>
      </p:sp>
      <p:sp>
        <p:nvSpPr>
          <p:cNvPr id="3" name="文本框"/>
          <p:cNvSpPr>
            <a:spLocks xmlns:a="http://schemas.openxmlformats.org/drawingml/2006/main" noGrp="1"/>
          </p:cNvSpPr>
          <p:nvPr>
            <p:ph type="body" idx="1"/>
          </p:nvPr>
        </p:nvSpPr>
        <p:spPr>
          <a:xfrm xmlns:a="http://schemas.openxmlformats.org/drawingml/2006/main">
            <a:off x="722313" y="2906713"/>
            <a:ext cx="7772400" cy="1500187"/>
          </a:xfrm>
        </p:spPr>
        <p:txBody>
          <a:bodyPr xmlns:a="http://schemas.openxmlformats.org/drawingml/2006/main" anchor="b"/>
          <a:lstStyle xmlns:a="http://schemas.openxmlformats.org/drawingml/2006/main">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xmlns:a="http://schemas.openxmlformats.org/drawingml/2006/main">
            <a:pPr lvl="0"/>
            <a:r>
              <a:rPr lang="zh-CN" altLang="en-US" smtClean="0"/>
              <a:t>单击此处编辑母版文本样式</a:t>
            </a:r>
          </a:p>
        </p:txBody>
      </p:sp>
      <p:sp>
        <p:nvSpPr>
          <p:cNvPr id="4" name="文本框"/>
          <p:cNvSpPr>
            <a:spLocks xmlns:a="http://schemas.openxmlformats.org/drawingml/2006/main" noGrp="1"/>
          </p:cNvSpPr>
          <p:nvPr>
            <p:ph type="dt" sz="half" idx="10"/>
          </p:nvPr>
        </p:nvSpPr>
        <p:spPr/>
        <p:txBody>
          <a:bodyPr xmlns:a="http://schemas.openxmlformats.org/drawingml/2006/main"/>
          <a:lstStyle xmlns:a="http://schemas.openxmlformats.org/drawingml/2006/main"/>
          <a:p xmlns:a="http://schemas.openxmlformats.org/drawingml/2006/main">
            <a:fld id="{72514870-5082-4025-BC8A-5E070B8EB77D}" type="datetimeFigureOut">
              <a:rPr lang="zh-CN" altLang="en-US" smtClean="0"/>
              <a:t/>
            </a:fld>
            <a:endParaRPr lang="zh-CN" altLang="en-US"/>
          </a:p>
        </p:txBody>
      </p:sp>
      <p:sp>
        <p:nvSpPr>
          <p:cNvPr id="6" name="文本框"/>
          <p:cNvSpPr>
            <a:spLocks xmlns:a="http://schemas.openxmlformats.org/drawingml/2006/main" noGrp="1"/>
          </p:cNvSpPr>
          <p:nvPr>
            <p:ph type="sldNum" sz="quarter" idx="12"/>
          </p:nvPr>
        </p:nvSpPr>
        <p:spPr/>
        <p:txBody>
          <a:bodyPr xmlns:a="http://schemas.openxmlformats.org/drawingml/2006/main"/>
          <a:lstStyle xmlns:a="http://schemas.openxmlformats.org/drawingml/2006/main"/>
          <a:p xmlns:a="http://schemas.openxmlformats.org/drawingml/2006/main">
            <a:fld id="{3E00D155-3BB6-43CF-9AC4-BC63A66E74A9}" type="slidenum">
              <a:rPr lang="zh-CN" altLang="en-US" smtClean="0"/>
              <a:t/>
            </a:fld>
            <a:endParaRPr lang="zh-CN" altLang="en-US"/>
          </a:p>
        </p:txBody>
      </p:sp>
    </p:spTree>
    <p:extLst>
      <p:ext uri="{BB962C8B-B14F-4D97-AF65-F5344CB8AC3E}">
        <p14:creationId xmlns:p14="http://schemas.microsoft.com/office/powerpoint/2010/main" val="2144471952"/>
      </p:ext>
    </p:extLst>
  </p:cSld>
  <p:clrMapOvr>
    <a:masterClrMapping xmlns:a="http://schemas.openxmlformats.org/drawingml/2006/main"/>
  </p:clrMapOvr>
</p:sldLayout>
</file>

<file path=ppt/slideLayouts/slideLayout16.xml><?xml version="1.0" encoding="utf-8"?>
<p:sldLayout xmlns:p="http://schemas.openxmlformats.org/presentationml/2006/main" type="twoObj" preserve="1">
  <p:cSld name="两栏内容">
    <p:spTree>
      <p:nvGrpSpPr>
        <p:cNvPr id="1" name=""/>
        <p:cNvGrpSpPr/>
        <p:nvPr/>
      </p:nvGrpSpPr>
      <p:grpSpPr>
        <a:xfrm xmlns:a="http://schemas.openxmlformats.org/drawingml/2006/main">
          <a:off x="0" y="0"/>
          <a:ext cx="0" cy="0"/>
          <a:chOff x="0" y="0"/>
          <a:chExt cx="0" cy="0"/>
        </a:xfrm>
      </p:grpSpPr>
      <p:sp>
        <p:nvSpPr>
          <p:cNvPr id="2" name="文本框"/>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rPr lang="zh-CN" altLang="en-US" smtClean="0"/>
              <a:t>单击此处编辑母版标题样式</a:t>
            </a:r>
            <a:endParaRPr lang="zh-CN" altLang="en-US"/>
          </a:p>
        </p:txBody>
      </p:sp>
      <p:sp>
        <p:nvSpPr>
          <p:cNvPr id="3" name="文本框"/>
          <p:cNvSpPr>
            <a:spLocks xmlns:a="http://schemas.openxmlformats.org/drawingml/2006/main" noGrp="1"/>
          </p:cNvSpPr>
          <p:nvPr>
            <p:ph sz="half" idx="1"/>
          </p:nvPr>
        </p:nvSpPr>
        <p:spPr>
          <a:xfrm xmlns:a="http://schemas.openxmlformats.org/drawingml/2006/main">
            <a:off x="457200" y="1600200"/>
            <a:ext cx="4038600" cy="4525963"/>
          </a:xfrm>
        </p:spPr>
        <p:txBody>
          <a:bodyPr xmlns:a="http://schemas.openxmlformats.org/drawingml/2006/main"/>
          <a:lstStyle xmlns:a="http://schemas.openxmlformats.org/drawingml/2006/main">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xmlns:a="http://schemas.openxmlformats.org/drawingml/2006/main">
            <a:pPr lvl="0"/>
            <a:r>
              <a:rPr lang="zh-CN" altLang="en-US" smtClean="0"/>
              <a:t>单击此处编辑母版文本样式</a:t>
            </a:r>
          </a:p>
          <a:p xmlns:a="http://schemas.openxmlformats.org/drawingml/2006/main">
            <a:pPr lvl="1"/>
            <a:r>
              <a:rPr lang="zh-CN" altLang="en-US" smtClean="0"/>
              <a:t>第二级</a:t>
            </a:r>
          </a:p>
          <a:p xmlns:a="http://schemas.openxmlformats.org/drawingml/2006/main">
            <a:pPr lvl="2"/>
            <a:r>
              <a:rPr lang="zh-CN" altLang="en-US" smtClean="0"/>
              <a:t>第三级</a:t>
            </a:r>
          </a:p>
          <a:p xmlns:a="http://schemas.openxmlformats.org/drawingml/2006/main">
            <a:pPr lvl="3"/>
            <a:r>
              <a:rPr lang="zh-CN" altLang="en-US" smtClean="0"/>
              <a:t>第四级</a:t>
            </a:r>
          </a:p>
          <a:p xmlns:a="http://schemas.openxmlformats.org/drawingml/2006/main">
            <a:pPr lvl="4"/>
            <a:r>
              <a:rPr lang="zh-CN" altLang="en-US" smtClean="0"/>
              <a:t>第五级</a:t>
            </a:r>
            <a:endParaRPr lang="zh-CN" altLang="en-US"/>
          </a:p>
        </p:txBody>
      </p:sp>
      <p:sp>
        <p:nvSpPr>
          <p:cNvPr id="4" name="文本框"/>
          <p:cNvSpPr>
            <a:spLocks xmlns:a="http://schemas.openxmlformats.org/drawingml/2006/main" noGrp="1"/>
          </p:cNvSpPr>
          <p:nvPr>
            <p:ph sz="half" idx="2"/>
          </p:nvPr>
        </p:nvSpPr>
        <p:spPr>
          <a:xfrm xmlns:a="http://schemas.openxmlformats.org/drawingml/2006/main">
            <a:off x="4648200" y="1600200"/>
            <a:ext cx="4038600" cy="4525963"/>
          </a:xfrm>
        </p:spPr>
        <p:txBody>
          <a:bodyPr xmlns:a="http://schemas.openxmlformats.org/drawingml/2006/main"/>
          <a:lstStyle xmlns:a="http://schemas.openxmlformats.org/drawingml/2006/main">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xmlns:a="http://schemas.openxmlformats.org/drawingml/2006/main">
            <a:pPr lvl="0"/>
            <a:r>
              <a:rPr lang="zh-CN" altLang="en-US" smtClean="0"/>
              <a:t>单击此处编辑母版文本样式</a:t>
            </a:r>
          </a:p>
          <a:p xmlns:a="http://schemas.openxmlformats.org/drawingml/2006/main">
            <a:pPr lvl="1"/>
            <a:r>
              <a:rPr lang="zh-CN" altLang="en-US" smtClean="0"/>
              <a:t>第二级</a:t>
            </a:r>
          </a:p>
          <a:p xmlns:a="http://schemas.openxmlformats.org/drawingml/2006/main">
            <a:pPr lvl="2"/>
            <a:r>
              <a:rPr lang="zh-CN" altLang="en-US" smtClean="0"/>
              <a:t>第三级</a:t>
            </a:r>
          </a:p>
          <a:p xmlns:a="http://schemas.openxmlformats.org/drawingml/2006/main">
            <a:pPr lvl="3"/>
            <a:r>
              <a:rPr lang="zh-CN" altLang="en-US" smtClean="0"/>
              <a:t>第四级</a:t>
            </a:r>
          </a:p>
          <a:p xmlns:a="http://schemas.openxmlformats.org/drawingml/2006/main">
            <a:pPr lvl="4"/>
            <a:r>
              <a:rPr lang="zh-CN" altLang="en-US" smtClean="0"/>
              <a:t>第五级</a:t>
            </a:r>
            <a:endParaRPr lang="zh-CN" altLang="en-US"/>
          </a:p>
        </p:txBody>
      </p:sp>
      <p:sp>
        <p:nvSpPr>
          <p:cNvPr id="5" name="文本框"/>
          <p:cNvSpPr>
            <a:spLocks xmlns:a="http://schemas.openxmlformats.org/drawingml/2006/main" noGrp="1"/>
          </p:cNvSpPr>
          <p:nvPr>
            <p:ph type="dt" sz="half" idx="10"/>
          </p:nvPr>
        </p:nvSpPr>
        <p:spPr/>
        <p:txBody>
          <a:bodyPr xmlns:a="http://schemas.openxmlformats.org/drawingml/2006/main"/>
          <a:lstStyle xmlns:a="http://schemas.openxmlformats.org/drawingml/2006/main"/>
          <a:p xmlns:a="http://schemas.openxmlformats.org/drawingml/2006/main">
            <a:fld id="{72514870-5082-4025-BC8A-5E070B8EB77D}" type="datetimeFigureOut">
              <a:rPr lang="zh-CN" altLang="en-US" smtClean="0"/>
              <a:t/>
            </a:fld>
            <a:endParaRPr lang="zh-CN" altLang="en-US"/>
          </a:p>
        </p:txBody>
      </p:sp>
      <p:sp>
        <p:nvSpPr>
          <p:cNvPr id="7" name="文本框"/>
          <p:cNvSpPr>
            <a:spLocks xmlns:a="http://schemas.openxmlformats.org/drawingml/2006/main" noGrp="1"/>
          </p:cNvSpPr>
          <p:nvPr>
            <p:ph type="sldNum" sz="quarter" idx="12"/>
          </p:nvPr>
        </p:nvSpPr>
        <p:spPr/>
        <p:txBody>
          <a:bodyPr xmlns:a="http://schemas.openxmlformats.org/drawingml/2006/main"/>
          <a:lstStyle xmlns:a="http://schemas.openxmlformats.org/drawingml/2006/main"/>
          <a:p xmlns:a="http://schemas.openxmlformats.org/drawingml/2006/main">
            <a:fld id="{3E00D155-3BB6-43CF-9AC4-BC63A66E74A9}" type="slidenum">
              <a:rPr lang="zh-CN" altLang="en-US" smtClean="0"/>
              <a:t/>
            </a:fld>
            <a:endParaRPr lang="zh-CN" altLang="en-US"/>
          </a:p>
        </p:txBody>
      </p:sp>
    </p:spTree>
    <p:extLst>
      <p:ext uri="{BB962C8B-B14F-4D97-AF65-F5344CB8AC3E}">
        <p14:creationId xmlns:p14="http://schemas.microsoft.com/office/powerpoint/2010/main" val="1569319055"/>
      </p:ext>
    </p:extLst>
  </p:cSld>
  <p:clrMapOvr>
    <a:masterClrMapping xmlns:a="http://schemas.openxmlformats.org/drawingml/2006/main"/>
  </p:clrMapOvr>
</p:sldLayout>
</file>

<file path=ppt/slideLayouts/slideLayout17.xml><?xml version="1.0" encoding="utf-8"?>
<p:sldLayout xmlns:p="http://schemas.openxmlformats.org/presentationml/2006/main" type="twoTxTwoObj" preserve="1">
  <p:cSld name="比较">
    <p:spTree>
      <p:nvGrpSpPr>
        <p:cNvPr id="1" name=""/>
        <p:cNvGrpSpPr/>
        <p:nvPr/>
      </p:nvGrpSpPr>
      <p:grpSpPr>
        <a:xfrm xmlns:a="http://schemas.openxmlformats.org/drawingml/2006/main">
          <a:off x="0" y="0"/>
          <a:ext cx="0" cy="0"/>
          <a:chOff x="0" y="0"/>
          <a:chExt cx="0" cy="0"/>
        </a:xfrm>
      </p:grpSpPr>
      <p:sp>
        <p:nvSpPr>
          <p:cNvPr id="2" name="文本框"/>
          <p:cNvSpPr>
            <a:spLocks xmlns:a="http://schemas.openxmlformats.org/drawingml/2006/main" noGrp="1"/>
          </p:cNvSpPr>
          <p:nvPr>
            <p:ph type="title"/>
          </p:nvPr>
        </p:nvSpPr>
        <p:spPr/>
        <p:txBody>
          <a:bodyPr xmlns:a="http://schemas.openxmlformats.org/drawingml/2006/main"/>
          <a:lstStyle xmlns:a="http://schemas.openxmlformats.org/drawingml/2006/main">
            <a:lvl1pPr>
              <a:defRPr/>
            </a:lvl1pPr>
          </a:lstStyle>
          <a:p xmlns:a="http://schemas.openxmlformats.org/drawingml/2006/main">
            <a:r>
              <a:rPr lang="zh-CN" altLang="en-US" smtClean="0"/>
              <a:t>单击此处编辑母版标题样式</a:t>
            </a:r>
            <a:endParaRPr lang="zh-CN" altLang="en-US"/>
          </a:p>
        </p:txBody>
      </p:sp>
      <p:sp>
        <p:nvSpPr>
          <p:cNvPr id="3" name="文本框"/>
          <p:cNvSpPr>
            <a:spLocks xmlns:a="http://schemas.openxmlformats.org/drawingml/2006/main" noGrp="1"/>
          </p:cNvSpPr>
          <p:nvPr>
            <p:ph type="body" idx="1"/>
          </p:nvPr>
        </p:nvSpPr>
        <p:spPr>
          <a:xfrm xmlns:a="http://schemas.openxmlformats.org/drawingml/2006/main">
            <a:off x="457200" y="1535113"/>
            <a:ext cx="4040188"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r>
              <a:rPr lang="zh-CN" altLang="en-US" smtClean="0"/>
              <a:t>单击此处编辑母版文本样式</a:t>
            </a:r>
          </a:p>
        </p:txBody>
      </p:sp>
      <p:sp>
        <p:nvSpPr>
          <p:cNvPr id="4" name="文本框"/>
          <p:cNvSpPr>
            <a:spLocks xmlns:a="http://schemas.openxmlformats.org/drawingml/2006/main" noGrp="1"/>
          </p:cNvSpPr>
          <p:nvPr>
            <p:ph sz="half" idx="2"/>
          </p:nvPr>
        </p:nvSpPr>
        <p:spPr>
          <a:xfrm xmlns:a="http://schemas.openxmlformats.org/drawingml/2006/main">
            <a:off x="457200" y="2174875"/>
            <a:ext cx="4040188" cy="3951288"/>
          </a:xfrm>
        </p:spPr>
        <p:txBody>
          <a:bodyPr xmlns:a="http://schemas.openxmlformats.org/drawingml/2006/main"/>
          <a:lstStyle xmlns:a="http://schemas.openxmlformats.org/drawingml/2006/main">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xmlns:a="http://schemas.openxmlformats.org/drawingml/2006/main">
            <a:pPr lvl="0"/>
            <a:r>
              <a:rPr lang="zh-CN" altLang="en-US" smtClean="0"/>
              <a:t>单击此处编辑母版文本样式</a:t>
            </a:r>
          </a:p>
          <a:p xmlns:a="http://schemas.openxmlformats.org/drawingml/2006/main">
            <a:pPr lvl="1"/>
            <a:r>
              <a:rPr lang="zh-CN" altLang="en-US" smtClean="0"/>
              <a:t>第二级</a:t>
            </a:r>
          </a:p>
          <a:p xmlns:a="http://schemas.openxmlformats.org/drawingml/2006/main">
            <a:pPr lvl="2"/>
            <a:r>
              <a:rPr lang="zh-CN" altLang="en-US" smtClean="0"/>
              <a:t>第三级</a:t>
            </a:r>
          </a:p>
          <a:p xmlns:a="http://schemas.openxmlformats.org/drawingml/2006/main">
            <a:pPr lvl="3"/>
            <a:r>
              <a:rPr lang="zh-CN" altLang="en-US" smtClean="0"/>
              <a:t>第四级</a:t>
            </a:r>
          </a:p>
          <a:p xmlns:a="http://schemas.openxmlformats.org/drawingml/2006/main">
            <a:pPr lvl="4"/>
            <a:r>
              <a:rPr lang="zh-CN" altLang="en-US" smtClean="0"/>
              <a:t>第五级</a:t>
            </a:r>
            <a:endParaRPr lang="zh-CN" altLang="en-US"/>
          </a:p>
        </p:txBody>
      </p:sp>
      <p:sp>
        <p:nvSpPr>
          <p:cNvPr id="5" name="文本框"/>
          <p:cNvSpPr>
            <a:spLocks xmlns:a="http://schemas.openxmlformats.org/drawingml/2006/main" noGrp="1"/>
          </p:cNvSpPr>
          <p:nvPr>
            <p:ph type="body" sz="quarter" idx="3"/>
          </p:nvPr>
        </p:nvSpPr>
        <p:spPr>
          <a:xfrm xmlns:a="http://schemas.openxmlformats.org/drawingml/2006/main">
            <a:off x="4645025" y="1535113"/>
            <a:ext cx="4041775"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r>
              <a:rPr lang="zh-CN" altLang="en-US" smtClean="0"/>
              <a:t>单击此处编辑母版文本样式</a:t>
            </a:r>
          </a:p>
        </p:txBody>
      </p:sp>
      <p:sp>
        <p:nvSpPr>
          <p:cNvPr id="6" name="文本框"/>
          <p:cNvSpPr>
            <a:spLocks xmlns:a="http://schemas.openxmlformats.org/drawingml/2006/main" noGrp="1"/>
          </p:cNvSpPr>
          <p:nvPr>
            <p:ph sz="quarter" idx="4"/>
          </p:nvPr>
        </p:nvSpPr>
        <p:spPr>
          <a:xfrm xmlns:a="http://schemas.openxmlformats.org/drawingml/2006/main">
            <a:off x="4645025" y="2174875"/>
            <a:ext cx="4041775" cy="3951288"/>
          </a:xfrm>
        </p:spPr>
        <p:txBody>
          <a:bodyPr xmlns:a="http://schemas.openxmlformats.org/drawingml/2006/main"/>
          <a:lstStyle xmlns:a="http://schemas.openxmlformats.org/drawingml/2006/main">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xmlns:a="http://schemas.openxmlformats.org/drawingml/2006/main">
            <a:pPr lvl="0"/>
            <a:r>
              <a:rPr lang="zh-CN" altLang="en-US" smtClean="0"/>
              <a:t>单击此处编辑母版文本样式</a:t>
            </a:r>
          </a:p>
          <a:p xmlns:a="http://schemas.openxmlformats.org/drawingml/2006/main">
            <a:pPr lvl="1"/>
            <a:r>
              <a:rPr lang="zh-CN" altLang="en-US" smtClean="0"/>
              <a:t>第二级</a:t>
            </a:r>
          </a:p>
          <a:p xmlns:a="http://schemas.openxmlformats.org/drawingml/2006/main">
            <a:pPr lvl="2"/>
            <a:r>
              <a:rPr lang="zh-CN" altLang="en-US" smtClean="0"/>
              <a:t>第三级</a:t>
            </a:r>
          </a:p>
          <a:p xmlns:a="http://schemas.openxmlformats.org/drawingml/2006/main">
            <a:pPr lvl="3"/>
            <a:r>
              <a:rPr lang="zh-CN" altLang="en-US" smtClean="0"/>
              <a:t>第四级</a:t>
            </a:r>
          </a:p>
          <a:p xmlns:a="http://schemas.openxmlformats.org/drawingml/2006/main">
            <a:pPr lvl="4"/>
            <a:r>
              <a:rPr lang="zh-CN" altLang="en-US" smtClean="0"/>
              <a:t>第五级</a:t>
            </a:r>
            <a:endParaRPr lang="zh-CN" altLang="en-US"/>
          </a:p>
        </p:txBody>
      </p:sp>
      <p:sp>
        <p:nvSpPr>
          <p:cNvPr id="7" name="文本框"/>
          <p:cNvSpPr>
            <a:spLocks xmlns:a="http://schemas.openxmlformats.org/drawingml/2006/main" noGrp="1"/>
          </p:cNvSpPr>
          <p:nvPr>
            <p:ph type="dt" sz="half" idx="10"/>
          </p:nvPr>
        </p:nvSpPr>
        <p:spPr/>
        <p:txBody>
          <a:bodyPr xmlns:a="http://schemas.openxmlformats.org/drawingml/2006/main"/>
          <a:lstStyle xmlns:a="http://schemas.openxmlformats.org/drawingml/2006/main"/>
          <a:p xmlns:a="http://schemas.openxmlformats.org/drawingml/2006/main">
            <a:fld id="{72514870-5082-4025-BC8A-5E070B8EB77D}" type="datetimeFigureOut">
              <a:rPr lang="zh-CN" altLang="en-US" smtClean="0"/>
              <a:t/>
            </a:fld>
            <a:endParaRPr lang="zh-CN" altLang="en-US"/>
          </a:p>
        </p:txBody>
      </p:sp>
      <p:sp>
        <p:nvSpPr>
          <p:cNvPr id="9" name="文本框"/>
          <p:cNvSpPr>
            <a:spLocks xmlns:a="http://schemas.openxmlformats.org/drawingml/2006/main" noGrp="1"/>
          </p:cNvSpPr>
          <p:nvPr>
            <p:ph type="sldNum" sz="quarter" idx="12"/>
          </p:nvPr>
        </p:nvSpPr>
        <p:spPr/>
        <p:txBody>
          <a:bodyPr xmlns:a="http://schemas.openxmlformats.org/drawingml/2006/main"/>
          <a:lstStyle xmlns:a="http://schemas.openxmlformats.org/drawingml/2006/main"/>
          <a:p xmlns:a="http://schemas.openxmlformats.org/drawingml/2006/main">
            <a:fld id="{3E00D155-3BB6-43CF-9AC4-BC63A66E74A9}" type="slidenum">
              <a:rPr lang="zh-CN" altLang="en-US" smtClean="0"/>
              <a:t/>
            </a:fld>
            <a:endParaRPr lang="zh-CN" altLang="en-US"/>
          </a:p>
        </p:txBody>
      </p:sp>
    </p:spTree>
    <p:extLst>
      <p:ext uri="{BB962C8B-B14F-4D97-AF65-F5344CB8AC3E}">
        <p14:creationId xmlns:p14="http://schemas.microsoft.com/office/powerpoint/2010/main" val="497693197"/>
      </p:ext>
    </p:extLst>
  </p:cSld>
  <p:clrMapOvr>
    <a:masterClrMapping xmlns:a="http://schemas.openxmlformats.org/drawingml/2006/main"/>
  </p:clrMapOvr>
</p:sldLayout>
</file>

<file path=ppt/slideLayouts/slideLayout18.xml><?xml version="1.0" encoding="utf-8"?>
<p:sldLayout xmlns:p="http://schemas.openxmlformats.org/presentationml/2006/main" type="titleOnly" preserve="1">
  <p:cSld name="仅标题">
    <p:spTree>
      <p:nvGrpSpPr>
        <p:cNvPr id="1" name=""/>
        <p:cNvGrpSpPr/>
        <p:nvPr/>
      </p:nvGrpSpPr>
      <p:grpSpPr>
        <a:xfrm xmlns:a="http://schemas.openxmlformats.org/drawingml/2006/main">
          <a:off x="0" y="0"/>
          <a:ext cx="0" cy="0"/>
          <a:chOff x="0" y="0"/>
          <a:chExt cx="0" cy="0"/>
        </a:xfrm>
      </p:grpSpPr>
      <p:sp>
        <p:nvSpPr>
          <p:cNvPr id="2" name="文本框"/>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rPr lang="zh-CN" altLang="en-US" smtClean="0"/>
              <a:t>单击此处编辑母版标题样式</a:t>
            </a:r>
            <a:endParaRPr lang="zh-CN" altLang="en-US"/>
          </a:p>
        </p:txBody>
      </p:sp>
      <p:sp>
        <p:nvSpPr>
          <p:cNvPr id="3" name="文本框"/>
          <p:cNvSpPr>
            <a:spLocks xmlns:a="http://schemas.openxmlformats.org/drawingml/2006/main" noGrp="1"/>
          </p:cNvSpPr>
          <p:nvPr>
            <p:ph type="dt" sz="half" idx="10"/>
          </p:nvPr>
        </p:nvSpPr>
        <p:spPr/>
        <p:txBody>
          <a:bodyPr xmlns:a="http://schemas.openxmlformats.org/drawingml/2006/main"/>
          <a:lstStyle xmlns:a="http://schemas.openxmlformats.org/drawingml/2006/main"/>
          <a:p xmlns:a="http://schemas.openxmlformats.org/drawingml/2006/main">
            <a:fld id="{72514870-5082-4025-BC8A-5E070B8EB77D}" type="datetimeFigureOut">
              <a:rPr lang="zh-CN" altLang="en-US" smtClean="0"/>
              <a:t/>
            </a:fld>
            <a:endParaRPr lang="zh-CN" altLang="en-US"/>
          </a:p>
        </p:txBody>
      </p:sp>
      <p:sp>
        <p:nvSpPr>
          <p:cNvPr id="5" name="文本框"/>
          <p:cNvSpPr>
            <a:spLocks xmlns:a="http://schemas.openxmlformats.org/drawingml/2006/main" noGrp="1"/>
          </p:cNvSpPr>
          <p:nvPr>
            <p:ph type="sldNum" sz="quarter" idx="12"/>
          </p:nvPr>
        </p:nvSpPr>
        <p:spPr/>
        <p:txBody>
          <a:bodyPr xmlns:a="http://schemas.openxmlformats.org/drawingml/2006/main"/>
          <a:lstStyle xmlns:a="http://schemas.openxmlformats.org/drawingml/2006/main"/>
          <a:p xmlns:a="http://schemas.openxmlformats.org/drawingml/2006/main">
            <a:fld id="{3E00D155-3BB6-43CF-9AC4-BC63A66E74A9}" type="slidenum">
              <a:rPr lang="zh-CN" altLang="en-US" smtClean="0"/>
              <a:t/>
            </a:fld>
            <a:endParaRPr lang="zh-CN" altLang="en-US"/>
          </a:p>
        </p:txBody>
      </p:sp>
    </p:spTree>
    <p:extLst>
      <p:ext uri="{BB962C8B-B14F-4D97-AF65-F5344CB8AC3E}">
        <p14:creationId xmlns:p14="http://schemas.microsoft.com/office/powerpoint/2010/main" val="221966725"/>
      </p:ext>
    </p:extLst>
  </p:cSld>
  <p:clrMapOvr>
    <a:masterClrMapping xmlns:a="http://schemas.openxmlformats.org/drawingml/2006/main"/>
  </p:clrMapOvr>
</p:sldLayout>
</file>

<file path=ppt/slideLayouts/slideLayout19.xml><?xml version="1.0" encoding="utf-8"?>
<p:sldLayout xmlns:p="http://schemas.openxmlformats.org/presentationml/2006/main" type="blank" preserve="1">
  <p:cSld name="空白">
    <p:spTree>
      <p:nvGrpSpPr>
        <p:cNvPr id="1" name=""/>
        <p:cNvGrpSpPr/>
        <p:nvPr/>
      </p:nvGrpSpPr>
      <p:grpSpPr>
        <a:xfrm xmlns:a="http://schemas.openxmlformats.org/drawingml/2006/main">
          <a:off x="0" y="0"/>
          <a:ext cx="0" cy="0"/>
          <a:chOff x="0" y="0"/>
          <a:chExt cx="0" cy="0"/>
        </a:xfrm>
      </p:grpSpPr>
      <p:sp>
        <p:nvSpPr>
          <p:cNvPr id="2" name="文本框"/>
          <p:cNvSpPr>
            <a:spLocks xmlns:a="http://schemas.openxmlformats.org/drawingml/2006/main" noGrp="1"/>
          </p:cNvSpPr>
          <p:nvPr>
            <p:ph type="dt" sz="half" idx="10"/>
          </p:nvPr>
        </p:nvSpPr>
        <p:spPr/>
        <p:txBody>
          <a:bodyPr xmlns:a="http://schemas.openxmlformats.org/drawingml/2006/main"/>
          <a:lstStyle xmlns:a="http://schemas.openxmlformats.org/drawingml/2006/main"/>
          <a:p xmlns:a="http://schemas.openxmlformats.org/drawingml/2006/main">
            <a:fld id="{72514870-5082-4025-BC8A-5E070B8EB77D}" type="datetimeFigureOut">
              <a:rPr lang="zh-CN" altLang="en-US" smtClean="0"/>
              <a:t/>
            </a:fld>
            <a:endParaRPr lang="zh-CN" altLang="en-US"/>
          </a:p>
        </p:txBody>
      </p:sp>
      <p:sp>
        <p:nvSpPr>
          <p:cNvPr id="4" name="文本框"/>
          <p:cNvSpPr>
            <a:spLocks xmlns:a="http://schemas.openxmlformats.org/drawingml/2006/main" noGrp="1"/>
          </p:cNvSpPr>
          <p:nvPr>
            <p:ph type="sldNum" sz="quarter" idx="12"/>
          </p:nvPr>
        </p:nvSpPr>
        <p:spPr/>
        <p:txBody>
          <a:bodyPr xmlns:a="http://schemas.openxmlformats.org/drawingml/2006/main"/>
          <a:lstStyle xmlns:a="http://schemas.openxmlformats.org/drawingml/2006/main"/>
          <a:p xmlns:a="http://schemas.openxmlformats.org/drawingml/2006/main">
            <a:fld id="{3E00D155-3BB6-43CF-9AC4-BC63A66E74A9}" type="slidenum">
              <a:rPr lang="zh-CN" altLang="en-US" smtClean="0"/>
              <a:t/>
            </a:fld>
            <a:endParaRPr lang="zh-CN" altLang="en-US"/>
          </a:p>
        </p:txBody>
      </p:sp>
    </p:spTree>
    <p:extLst>
      <p:ext uri="{BB962C8B-B14F-4D97-AF65-F5344CB8AC3E}">
        <p14:creationId xmlns:p14="http://schemas.microsoft.com/office/powerpoint/2010/main" val="1943893802"/>
      </p:ext>
    </p:extLst>
  </p:cSld>
  <p:clrMapOvr>
    <a:masterClrMapping xmlns:a="http://schemas.openxmlformats.org/drawingml/2006/main"/>
  </p:clrMapOvr>
</p:sldLayout>
</file>

<file path=ppt/slideLayouts/slideLayout20.xml><?xml version="1.0" encoding="utf-8"?>
<p:sldLayout xmlns:p="http://schemas.openxmlformats.org/presentationml/2006/main" type="objTx" preserve="1">
  <p:cSld name="内容与标题">
    <p:spTree>
      <p:nvGrpSpPr>
        <p:cNvPr id="1" name=""/>
        <p:cNvGrpSpPr/>
        <p:nvPr/>
      </p:nvGrpSpPr>
      <p:grpSpPr>
        <a:xfrm xmlns:a="http://schemas.openxmlformats.org/drawingml/2006/main">
          <a:off x="0" y="0"/>
          <a:ext cx="0" cy="0"/>
          <a:chOff x="0" y="0"/>
          <a:chExt cx="0" cy="0"/>
        </a:xfrm>
      </p:grpSpPr>
      <p:sp>
        <p:nvSpPr>
          <p:cNvPr id="2" name="文本框"/>
          <p:cNvSpPr>
            <a:spLocks xmlns:a="http://schemas.openxmlformats.org/drawingml/2006/main" noGrp="1"/>
          </p:cNvSpPr>
          <p:nvPr>
            <p:ph type="title"/>
          </p:nvPr>
        </p:nvSpPr>
        <p:spPr>
          <a:xfrm xmlns:a="http://schemas.openxmlformats.org/drawingml/2006/main">
            <a:off x="457200" y="273050"/>
            <a:ext cx="3008313" cy="1162050"/>
          </a:xfrm>
        </p:spPr>
        <p:txBody>
          <a:bodyPr xmlns:a="http://schemas.openxmlformats.org/drawingml/2006/main" anchor="b"/>
          <a:lstStyle xmlns:a="http://schemas.openxmlformats.org/drawingml/2006/main">
            <a:lvl1pPr algn="l">
              <a:defRPr sz="2000" b="1"/>
            </a:lvl1pPr>
          </a:lstStyle>
          <a:p xmlns:a="http://schemas.openxmlformats.org/drawingml/2006/main">
            <a:r>
              <a:rPr lang="zh-CN" altLang="en-US" smtClean="0"/>
              <a:t>单击此处编辑母版标题样式</a:t>
            </a:r>
            <a:endParaRPr lang="zh-CN" altLang="en-US"/>
          </a:p>
        </p:txBody>
      </p:sp>
      <p:sp>
        <p:nvSpPr>
          <p:cNvPr id="3" name="文本框"/>
          <p:cNvSpPr>
            <a:spLocks xmlns:a="http://schemas.openxmlformats.org/drawingml/2006/main" noGrp="1"/>
          </p:cNvSpPr>
          <p:nvPr>
            <p:ph idx="1"/>
          </p:nvPr>
        </p:nvSpPr>
        <p:spPr>
          <a:xfrm xmlns:a="http://schemas.openxmlformats.org/drawingml/2006/main">
            <a:off x="3575050" y="273050"/>
            <a:ext cx="5111750" cy="5853113"/>
          </a:xfrm>
        </p:spPr>
        <p:txBody>
          <a:bodyPr xmlns:a="http://schemas.openxmlformats.org/drawingml/2006/main"/>
          <a:lstStyle xmlns:a="http://schemas.openxmlformats.org/drawingml/2006/main">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xmlns:a="http://schemas.openxmlformats.org/drawingml/2006/main">
            <a:pPr lvl="0"/>
            <a:r>
              <a:rPr lang="zh-CN" altLang="en-US" smtClean="0"/>
              <a:t>单击此处编辑母版文本样式</a:t>
            </a:r>
          </a:p>
          <a:p xmlns:a="http://schemas.openxmlformats.org/drawingml/2006/main">
            <a:pPr lvl="1"/>
            <a:r>
              <a:rPr lang="zh-CN" altLang="en-US" smtClean="0"/>
              <a:t>第二级</a:t>
            </a:r>
          </a:p>
          <a:p xmlns:a="http://schemas.openxmlformats.org/drawingml/2006/main">
            <a:pPr lvl="2"/>
            <a:r>
              <a:rPr lang="zh-CN" altLang="en-US" smtClean="0"/>
              <a:t>第三级</a:t>
            </a:r>
          </a:p>
          <a:p xmlns:a="http://schemas.openxmlformats.org/drawingml/2006/main">
            <a:pPr lvl="3"/>
            <a:r>
              <a:rPr lang="zh-CN" altLang="en-US" smtClean="0"/>
              <a:t>第四级</a:t>
            </a:r>
          </a:p>
          <a:p xmlns:a="http://schemas.openxmlformats.org/drawingml/2006/main">
            <a:pPr lvl="4"/>
            <a:r>
              <a:rPr lang="zh-CN" altLang="en-US" smtClean="0"/>
              <a:t>第五级</a:t>
            </a:r>
            <a:endParaRPr lang="zh-CN" altLang="en-US"/>
          </a:p>
        </p:txBody>
      </p:sp>
      <p:sp>
        <p:nvSpPr>
          <p:cNvPr id="4" name="文本框"/>
          <p:cNvSpPr>
            <a:spLocks xmlns:a="http://schemas.openxmlformats.org/drawingml/2006/main" noGrp="1"/>
          </p:cNvSpPr>
          <p:nvPr>
            <p:ph type="body" sz="half" idx="2"/>
          </p:nvPr>
        </p:nvSpPr>
        <p:spPr>
          <a:xfrm xmlns:a="http://schemas.openxmlformats.org/drawingml/2006/main">
            <a:off x="457200" y="1435100"/>
            <a:ext cx="3008313"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r>
              <a:rPr lang="zh-CN" altLang="en-US" smtClean="0"/>
              <a:t>单击此处编辑母版文本样式</a:t>
            </a:r>
          </a:p>
        </p:txBody>
      </p:sp>
      <p:sp>
        <p:nvSpPr>
          <p:cNvPr id="5" name="文本框"/>
          <p:cNvSpPr>
            <a:spLocks xmlns:a="http://schemas.openxmlformats.org/drawingml/2006/main" noGrp="1"/>
          </p:cNvSpPr>
          <p:nvPr>
            <p:ph type="dt" sz="half" idx="10"/>
          </p:nvPr>
        </p:nvSpPr>
        <p:spPr/>
        <p:txBody>
          <a:bodyPr xmlns:a="http://schemas.openxmlformats.org/drawingml/2006/main"/>
          <a:lstStyle xmlns:a="http://schemas.openxmlformats.org/drawingml/2006/main"/>
          <a:p xmlns:a="http://schemas.openxmlformats.org/drawingml/2006/main">
            <a:fld id="{72514870-5082-4025-BC8A-5E070B8EB77D}" type="datetimeFigureOut">
              <a:rPr lang="zh-CN" altLang="en-US" smtClean="0"/>
              <a:t/>
            </a:fld>
            <a:endParaRPr lang="zh-CN" altLang="en-US"/>
          </a:p>
        </p:txBody>
      </p:sp>
      <p:sp>
        <p:nvSpPr>
          <p:cNvPr id="7" name="文本框"/>
          <p:cNvSpPr>
            <a:spLocks xmlns:a="http://schemas.openxmlformats.org/drawingml/2006/main" noGrp="1"/>
          </p:cNvSpPr>
          <p:nvPr>
            <p:ph type="sldNum" sz="quarter" idx="12"/>
          </p:nvPr>
        </p:nvSpPr>
        <p:spPr/>
        <p:txBody>
          <a:bodyPr xmlns:a="http://schemas.openxmlformats.org/drawingml/2006/main"/>
          <a:lstStyle xmlns:a="http://schemas.openxmlformats.org/drawingml/2006/main"/>
          <a:p xmlns:a="http://schemas.openxmlformats.org/drawingml/2006/main">
            <a:fld id="{3E00D155-3BB6-43CF-9AC4-BC63A66E74A9}" type="slidenum">
              <a:rPr lang="zh-CN" altLang="en-US" smtClean="0"/>
              <a:t/>
            </a:fld>
            <a:endParaRPr lang="zh-CN" altLang="en-US"/>
          </a:p>
        </p:txBody>
      </p:sp>
    </p:spTree>
    <p:extLst>
      <p:ext uri="{BB962C8B-B14F-4D97-AF65-F5344CB8AC3E}">
        <p14:creationId xmlns:p14="http://schemas.microsoft.com/office/powerpoint/2010/main" val="1027723117"/>
      </p:ext>
    </p:extLst>
  </p:cSld>
  <p:clrMapOvr>
    <a:masterClrMapping xmlns:a="http://schemas.openxmlformats.org/drawingml/2006/main"/>
  </p:clrMapOvr>
</p:sldLayout>
</file>

<file path=ppt/slideLayouts/slideLayout21.xml><?xml version="1.0" encoding="utf-8"?>
<p:sldLayout xmlns:p="http://schemas.openxmlformats.org/presentationml/2006/main" type="picTx" preserve="1">
  <p:cSld name="图片与标题">
    <p:spTree>
      <p:nvGrpSpPr>
        <p:cNvPr id="1" name=""/>
        <p:cNvGrpSpPr/>
        <p:nvPr/>
      </p:nvGrpSpPr>
      <p:grpSpPr>
        <a:xfrm xmlns:a="http://schemas.openxmlformats.org/drawingml/2006/main">
          <a:off x="0" y="0"/>
          <a:ext cx="0" cy="0"/>
          <a:chOff x="0" y="0"/>
          <a:chExt cx="0" cy="0"/>
        </a:xfrm>
      </p:grpSpPr>
      <p:sp>
        <p:nvSpPr>
          <p:cNvPr id="2" name="文本框"/>
          <p:cNvSpPr>
            <a:spLocks xmlns:a="http://schemas.openxmlformats.org/drawingml/2006/main" noGrp="1"/>
          </p:cNvSpPr>
          <p:nvPr>
            <p:ph type="title"/>
          </p:nvPr>
        </p:nvSpPr>
        <p:spPr>
          <a:xfrm xmlns:a="http://schemas.openxmlformats.org/drawingml/2006/main">
            <a:off x="1792288" y="4800600"/>
            <a:ext cx="5486400" cy="566738"/>
          </a:xfrm>
        </p:spPr>
        <p:txBody>
          <a:bodyPr xmlns:a="http://schemas.openxmlformats.org/drawingml/2006/main" anchor="b"/>
          <a:lstStyle xmlns:a="http://schemas.openxmlformats.org/drawingml/2006/main">
            <a:lvl1pPr algn="l">
              <a:defRPr sz="2000" b="1"/>
            </a:lvl1pPr>
          </a:lstStyle>
          <a:p xmlns:a="http://schemas.openxmlformats.org/drawingml/2006/main">
            <a:r>
              <a:rPr lang="zh-CN" altLang="en-US" smtClean="0"/>
              <a:t>单击此处编辑母版标题样式</a:t>
            </a:r>
            <a:endParaRPr lang="zh-CN" altLang="en-US"/>
          </a:p>
        </p:txBody>
      </p:sp>
      <p:sp>
        <p:nvSpPr>
          <p:cNvPr id="3" name="文本框"/>
          <p:cNvSpPr>
            <a:spLocks xmlns:a="http://schemas.openxmlformats.org/drawingml/2006/main" noGrp="1"/>
          </p:cNvSpPr>
          <p:nvPr>
            <p:ph type="pic" idx="1"/>
          </p:nvPr>
        </p:nvSpPr>
        <p:spPr>
          <a:xfrm xmlns:a="http://schemas.openxmlformats.org/drawingml/2006/main">
            <a:off x="1792288" y="612775"/>
            <a:ext cx="5486400" cy="4114800"/>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lang="zh-CN" altLang="en-US"/>
          </a:p>
        </p:txBody>
      </p:sp>
      <p:sp>
        <p:nvSpPr>
          <p:cNvPr id="4" name="文本框"/>
          <p:cNvSpPr>
            <a:spLocks xmlns:a="http://schemas.openxmlformats.org/drawingml/2006/main" noGrp="1"/>
          </p:cNvSpPr>
          <p:nvPr>
            <p:ph type="body" sz="half" idx="2"/>
          </p:nvPr>
        </p:nvSpPr>
        <p:spPr>
          <a:xfrm xmlns:a="http://schemas.openxmlformats.org/drawingml/2006/main">
            <a:off x="1792288" y="5367338"/>
            <a:ext cx="54864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r>
              <a:rPr lang="zh-CN" altLang="en-US" smtClean="0"/>
              <a:t>单击此处编辑母版文本样式</a:t>
            </a:r>
          </a:p>
        </p:txBody>
      </p:sp>
      <p:sp>
        <p:nvSpPr>
          <p:cNvPr id="5" name="文本框"/>
          <p:cNvSpPr>
            <a:spLocks xmlns:a="http://schemas.openxmlformats.org/drawingml/2006/main" noGrp="1"/>
          </p:cNvSpPr>
          <p:nvPr>
            <p:ph type="dt" sz="half" idx="10"/>
          </p:nvPr>
        </p:nvSpPr>
        <p:spPr/>
        <p:txBody>
          <a:bodyPr xmlns:a="http://schemas.openxmlformats.org/drawingml/2006/main"/>
          <a:lstStyle xmlns:a="http://schemas.openxmlformats.org/drawingml/2006/main"/>
          <a:p xmlns:a="http://schemas.openxmlformats.org/drawingml/2006/main">
            <a:fld id="{72514870-5082-4025-BC8A-5E070B8EB77D}" type="datetimeFigureOut">
              <a:rPr lang="zh-CN" altLang="en-US" smtClean="0"/>
              <a:t/>
            </a:fld>
            <a:endParaRPr lang="zh-CN" altLang="en-US"/>
          </a:p>
        </p:txBody>
      </p:sp>
      <p:sp>
        <p:nvSpPr>
          <p:cNvPr id="7" name="文本框"/>
          <p:cNvSpPr>
            <a:spLocks xmlns:a="http://schemas.openxmlformats.org/drawingml/2006/main" noGrp="1"/>
          </p:cNvSpPr>
          <p:nvPr>
            <p:ph type="sldNum" sz="quarter" idx="12"/>
          </p:nvPr>
        </p:nvSpPr>
        <p:spPr/>
        <p:txBody>
          <a:bodyPr xmlns:a="http://schemas.openxmlformats.org/drawingml/2006/main"/>
          <a:lstStyle xmlns:a="http://schemas.openxmlformats.org/drawingml/2006/main"/>
          <a:p xmlns:a="http://schemas.openxmlformats.org/drawingml/2006/main">
            <a:fld id="{3E00D155-3BB6-43CF-9AC4-BC63A66E74A9}" type="slidenum">
              <a:rPr lang="zh-CN" altLang="en-US" smtClean="0"/>
              <a:t/>
            </a:fld>
            <a:endParaRPr lang="zh-CN" altLang="en-US"/>
          </a:p>
        </p:txBody>
      </p:sp>
    </p:spTree>
    <p:extLst>
      <p:ext uri="{BB962C8B-B14F-4D97-AF65-F5344CB8AC3E}">
        <p14:creationId xmlns:p14="http://schemas.microsoft.com/office/powerpoint/2010/main" val="914863949"/>
      </p:ext>
    </p:extLst>
  </p:cSld>
  <p:clrMapOvr>
    <a:masterClrMapping xmlns:a="http://schemas.openxmlformats.org/drawingml/2006/main"/>
  </p:clrMapOvr>
</p:sldLayout>
</file>

<file path=ppt/slideLayouts/slideLayout22.xml><?xml version="1.0" encoding="utf-8"?>
<p:sldLayout xmlns:p="http://schemas.openxmlformats.org/presentationml/2006/main" type="vertTx" preserve="1">
  <p:cSld name="标题和竖排文本">
    <p:spTree>
      <p:nvGrpSpPr>
        <p:cNvPr id="1" name=""/>
        <p:cNvGrpSpPr/>
        <p:nvPr/>
      </p:nvGrpSpPr>
      <p:grpSpPr>
        <a:xfrm xmlns:a="http://schemas.openxmlformats.org/drawingml/2006/main">
          <a:off x="0" y="0"/>
          <a:ext cx="0" cy="0"/>
          <a:chOff x="0" y="0"/>
          <a:chExt cx="0" cy="0"/>
        </a:xfrm>
      </p:grpSpPr>
      <p:sp>
        <p:nvSpPr>
          <p:cNvPr id="2" name="文本框"/>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rPr lang="zh-CN" altLang="en-US" smtClean="0"/>
              <a:t>单击此处编辑母版标题样式</a:t>
            </a:r>
            <a:endParaRPr lang="zh-CN" altLang="en-US"/>
          </a:p>
        </p:txBody>
      </p:sp>
      <p:sp>
        <p:nvSpPr>
          <p:cNvPr id="3" name="文本框"/>
          <p:cNvSpPr>
            <a:spLocks xmlns:a="http://schemas.openxmlformats.org/drawingml/2006/main" noGrp="1"/>
          </p:cNvSpPr>
          <p:nvPr>
            <p:ph type="body" orient="vert" idx="1"/>
          </p:nvPr>
        </p:nvSpPr>
        <p:spPr/>
        <p:txBody>
          <a:bodyPr xmlns:a="http://schemas.openxmlformats.org/drawingml/2006/main" vert="eaVert"/>
          <a:lstStyle xmlns:a="http://schemas.openxmlformats.org/drawingml/2006/main"/>
          <a:p xmlns:a="http://schemas.openxmlformats.org/drawingml/2006/main">
            <a:pPr lvl="0"/>
            <a:r>
              <a:rPr lang="zh-CN" altLang="en-US" smtClean="0"/>
              <a:t>单击此处编辑母版文本样式</a:t>
            </a:r>
          </a:p>
          <a:p xmlns:a="http://schemas.openxmlformats.org/drawingml/2006/main">
            <a:pPr lvl="1"/>
            <a:r>
              <a:rPr lang="zh-CN" altLang="en-US" smtClean="0"/>
              <a:t>第二级</a:t>
            </a:r>
          </a:p>
          <a:p xmlns:a="http://schemas.openxmlformats.org/drawingml/2006/main">
            <a:pPr lvl="2"/>
            <a:r>
              <a:rPr lang="zh-CN" altLang="en-US" smtClean="0"/>
              <a:t>第三级</a:t>
            </a:r>
          </a:p>
          <a:p xmlns:a="http://schemas.openxmlformats.org/drawingml/2006/main">
            <a:pPr lvl="3"/>
            <a:r>
              <a:rPr lang="zh-CN" altLang="en-US" smtClean="0"/>
              <a:t>第四级</a:t>
            </a:r>
          </a:p>
          <a:p xmlns:a="http://schemas.openxmlformats.org/drawingml/2006/main">
            <a:pPr lvl="4"/>
            <a:r>
              <a:rPr lang="zh-CN" altLang="en-US" smtClean="0"/>
              <a:t>第五级</a:t>
            </a:r>
            <a:endParaRPr lang="zh-CN" altLang="en-US"/>
          </a:p>
        </p:txBody>
      </p:sp>
      <p:sp>
        <p:nvSpPr>
          <p:cNvPr id="4" name="文本框"/>
          <p:cNvSpPr>
            <a:spLocks xmlns:a="http://schemas.openxmlformats.org/drawingml/2006/main" noGrp="1"/>
          </p:cNvSpPr>
          <p:nvPr>
            <p:ph type="dt" sz="half" idx="10"/>
          </p:nvPr>
        </p:nvSpPr>
        <p:spPr/>
        <p:txBody>
          <a:bodyPr xmlns:a="http://schemas.openxmlformats.org/drawingml/2006/main"/>
          <a:lstStyle xmlns:a="http://schemas.openxmlformats.org/drawingml/2006/main"/>
          <a:p xmlns:a="http://schemas.openxmlformats.org/drawingml/2006/main">
            <a:fld id="{72514870-5082-4025-BC8A-5E070B8EB77D}" type="datetimeFigureOut">
              <a:rPr lang="zh-CN" altLang="en-US" smtClean="0"/>
              <a:t/>
            </a:fld>
            <a:endParaRPr lang="zh-CN" altLang="en-US"/>
          </a:p>
        </p:txBody>
      </p:sp>
      <p:sp>
        <p:nvSpPr>
          <p:cNvPr id="6" name="文本框"/>
          <p:cNvSpPr>
            <a:spLocks xmlns:a="http://schemas.openxmlformats.org/drawingml/2006/main" noGrp="1"/>
          </p:cNvSpPr>
          <p:nvPr>
            <p:ph type="sldNum" sz="quarter" idx="12"/>
          </p:nvPr>
        </p:nvSpPr>
        <p:spPr/>
        <p:txBody>
          <a:bodyPr xmlns:a="http://schemas.openxmlformats.org/drawingml/2006/main"/>
          <a:lstStyle xmlns:a="http://schemas.openxmlformats.org/drawingml/2006/main"/>
          <a:p xmlns:a="http://schemas.openxmlformats.org/drawingml/2006/main">
            <a:fld id="{3E00D155-3BB6-43CF-9AC4-BC63A66E74A9}" type="slidenum">
              <a:rPr lang="zh-CN" altLang="en-US" smtClean="0"/>
              <a:t/>
            </a:fld>
            <a:endParaRPr lang="zh-CN" altLang="en-US"/>
          </a:p>
        </p:txBody>
      </p:sp>
    </p:spTree>
    <p:extLst>
      <p:ext uri="{BB962C8B-B14F-4D97-AF65-F5344CB8AC3E}">
        <p14:creationId xmlns:p14="http://schemas.microsoft.com/office/powerpoint/2010/main" val="1461196738"/>
      </p:ext>
    </p:extLst>
  </p:cSld>
  <p:clrMapOvr>
    <a:masterClrMapping xmlns:a="http://schemas.openxmlformats.org/drawingml/2006/main"/>
  </p:clrMapOvr>
</p:sldLayout>
</file>

<file path=ppt/slideLayouts/slideLayout23.xml><?xml version="1.0" encoding="utf-8"?>
<p:sldLayout xmlns:p="http://schemas.openxmlformats.org/presentationml/2006/main" type="vertTitleAndTx" preserve="1">
  <p:cSld name="垂直排列标题与文本">
    <p:spTree>
      <p:nvGrpSpPr>
        <p:cNvPr id="1" name=""/>
        <p:cNvGrpSpPr/>
        <p:nvPr/>
      </p:nvGrpSpPr>
      <p:grpSpPr>
        <a:xfrm xmlns:a="http://schemas.openxmlformats.org/drawingml/2006/main">
          <a:off x="0" y="0"/>
          <a:ext cx="0" cy="0"/>
          <a:chOff x="0" y="0"/>
          <a:chExt cx="0" cy="0"/>
        </a:xfrm>
      </p:grpSpPr>
      <p:sp>
        <p:nvSpPr>
          <p:cNvPr id="2" name="文本框"/>
          <p:cNvSpPr>
            <a:spLocks xmlns:a="http://schemas.openxmlformats.org/drawingml/2006/main" noGrp="1"/>
          </p:cNvSpPr>
          <p:nvPr>
            <p:ph type="title" orient="vert"/>
          </p:nvPr>
        </p:nvSpPr>
        <p:spPr>
          <a:xfrm xmlns:a="http://schemas.openxmlformats.org/drawingml/2006/main">
            <a:off x="6629400" y="274638"/>
            <a:ext cx="2057400" cy="5851525"/>
          </a:xfrm>
        </p:spPr>
        <p:txBody>
          <a:bodyPr xmlns:a="http://schemas.openxmlformats.org/drawingml/2006/main" vert="eaVert"/>
          <a:lstStyle xmlns:a="http://schemas.openxmlformats.org/drawingml/2006/main"/>
          <a:p xmlns:a="http://schemas.openxmlformats.org/drawingml/2006/main">
            <a:r>
              <a:rPr lang="zh-CN" altLang="en-US" smtClean="0"/>
              <a:t>单击此处编辑母版标题样式</a:t>
            </a:r>
            <a:endParaRPr lang="zh-CN" altLang="en-US"/>
          </a:p>
        </p:txBody>
      </p:sp>
      <p:sp>
        <p:nvSpPr>
          <p:cNvPr id="3" name="文本框"/>
          <p:cNvSpPr>
            <a:spLocks xmlns:a="http://schemas.openxmlformats.org/drawingml/2006/main" noGrp="1"/>
          </p:cNvSpPr>
          <p:nvPr>
            <p:ph type="body" orient="vert" idx="1"/>
          </p:nvPr>
        </p:nvSpPr>
        <p:spPr>
          <a:xfrm xmlns:a="http://schemas.openxmlformats.org/drawingml/2006/main">
            <a:off x="457200" y="274638"/>
            <a:ext cx="6019800" cy="5851525"/>
          </a:xfrm>
        </p:spPr>
        <p:txBody>
          <a:bodyPr xmlns:a="http://schemas.openxmlformats.org/drawingml/2006/main" vert="eaVert"/>
          <a:lstStyle xmlns:a="http://schemas.openxmlformats.org/drawingml/2006/main"/>
          <a:p xmlns:a="http://schemas.openxmlformats.org/drawingml/2006/main">
            <a:pPr lvl="0"/>
            <a:r>
              <a:rPr lang="zh-CN" altLang="en-US" smtClean="0"/>
              <a:t>单击此处编辑母版文本样式</a:t>
            </a:r>
          </a:p>
          <a:p xmlns:a="http://schemas.openxmlformats.org/drawingml/2006/main">
            <a:pPr lvl="1"/>
            <a:r>
              <a:rPr lang="zh-CN" altLang="en-US" smtClean="0"/>
              <a:t>第二级</a:t>
            </a:r>
          </a:p>
          <a:p xmlns:a="http://schemas.openxmlformats.org/drawingml/2006/main">
            <a:pPr lvl="2"/>
            <a:r>
              <a:rPr lang="zh-CN" altLang="en-US" smtClean="0"/>
              <a:t>第三级</a:t>
            </a:r>
          </a:p>
          <a:p xmlns:a="http://schemas.openxmlformats.org/drawingml/2006/main">
            <a:pPr lvl="3"/>
            <a:r>
              <a:rPr lang="zh-CN" altLang="en-US" smtClean="0"/>
              <a:t>第四级</a:t>
            </a:r>
          </a:p>
          <a:p xmlns:a="http://schemas.openxmlformats.org/drawingml/2006/main">
            <a:pPr lvl="4"/>
            <a:r>
              <a:rPr lang="zh-CN" altLang="en-US" smtClean="0"/>
              <a:t>第五级</a:t>
            </a:r>
            <a:endParaRPr lang="zh-CN" altLang="en-US"/>
          </a:p>
        </p:txBody>
      </p:sp>
      <p:sp>
        <p:nvSpPr>
          <p:cNvPr id="4" name="文本框"/>
          <p:cNvSpPr>
            <a:spLocks xmlns:a="http://schemas.openxmlformats.org/drawingml/2006/main" noGrp="1"/>
          </p:cNvSpPr>
          <p:nvPr>
            <p:ph type="dt" sz="half" idx="10"/>
          </p:nvPr>
        </p:nvSpPr>
        <p:spPr/>
        <p:txBody>
          <a:bodyPr xmlns:a="http://schemas.openxmlformats.org/drawingml/2006/main"/>
          <a:lstStyle xmlns:a="http://schemas.openxmlformats.org/drawingml/2006/main"/>
          <a:p xmlns:a="http://schemas.openxmlformats.org/drawingml/2006/main">
            <a:fld id="{72514870-5082-4025-BC8A-5E070B8EB77D}" type="datetimeFigureOut">
              <a:rPr lang="zh-CN" altLang="en-US" smtClean="0"/>
              <a:t/>
            </a:fld>
            <a:endParaRPr lang="zh-CN" altLang="en-US"/>
          </a:p>
        </p:txBody>
      </p:sp>
      <p:sp>
        <p:nvSpPr>
          <p:cNvPr id="6" name="文本框"/>
          <p:cNvSpPr>
            <a:spLocks xmlns:a="http://schemas.openxmlformats.org/drawingml/2006/main" noGrp="1"/>
          </p:cNvSpPr>
          <p:nvPr>
            <p:ph type="sldNum" sz="quarter" idx="12"/>
          </p:nvPr>
        </p:nvSpPr>
        <p:spPr/>
        <p:txBody>
          <a:bodyPr xmlns:a="http://schemas.openxmlformats.org/drawingml/2006/main"/>
          <a:lstStyle xmlns:a="http://schemas.openxmlformats.org/drawingml/2006/main"/>
          <a:p xmlns:a="http://schemas.openxmlformats.org/drawingml/2006/main">
            <a:fld id="{3E00D155-3BB6-43CF-9AC4-BC63A66E74A9}" type="slidenum">
              <a:rPr lang="zh-CN" altLang="en-US" smtClean="0"/>
              <a:t/>
            </a:fld>
            <a:endParaRPr lang="zh-CN" altLang="en-US"/>
          </a:p>
        </p:txBody>
      </p:sp>
    </p:spTree>
    <p:extLst>
      <p:ext uri="{BB962C8B-B14F-4D97-AF65-F5344CB8AC3E}">
        <p14:creationId xmlns:p14="http://schemas.microsoft.com/office/powerpoint/2010/main" val="1385372096"/>
      </p:ext>
    </p:extLst>
  </p:cSld>
  <p:clrMapOvr>
    <a:masterClrMapping xmlns:a="http://schemas.openxmlformats.org/drawingml/2006/main"/>
  </p:clrMapOvr>
</p:sldLayout>
</file>

<file path=ppt/slideLayouts/slideLayout24.xml><?xml version="1.0" encoding="utf-8"?>
<p:sldLayout xmlns:p="http://schemas.openxmlformats.org/presentationml/2006/main" showMasterSp="0" preserve="1">
  <p:cSld name="自定义版式">
    <p:bg>
      <p:bgPr>
        <a:solidFill xmlns:a="http://schemas.openxmlformats.org/drawingml/2006/main">
          <a:srgbClr val="FFFFFF"/>
        </a:solidFill>
      </p:bgPr>
    </p:bg>
    <p:spTree>
      <p:nvGrpSpPr>
        <p:cNvPr id="1" name=""/>
        <p:cNvGrpSpPr/>
        <p:nvPr/>
      </p:nvGrpSpPr>
      <p:grpSpPr>
        <a:xfrm xmlns:a="http://schemas.openxmlformats.org/drawingml/2006/main">
          <a:off x="0" y="0"/>
          <a:ext cx="0" cy="0"/>
          <a:chOff x="0" y="0"/>
          <a:chExt cx="0" cy="0"/>
        </a:xfrm>
      </p:grpSpPr>
      <p:sp>
        <p:nvSpPr>
          <p:cNvPr id="31" name="矩形"/>
          <p:cNvSpPr>
            <a:spLocks xmlns:a="http://schemas.openxmlformats.org/drawingml/2006/main"/>
          </p:cNvSpPr>
          <p:nvPr/>
        </p:nvSpPr>
        <p:spPr>
          <a:xfrm xmlns:a="http://schemas.openxmlformats.org/drawingml/2006/main" rot="0">
            <a:off x="4165600" y="6356349"/>
            <a:ext cx="3860799" cy="365125"/>
          </a:xfrm>
          <a:prstGeom xmlns:a="http://schemas.openxmlformats.org/drawingml/2006/main" prst="rect"/>
          <a:noFill xmlns:a="http://schemas.openxmlformats.org/drawingml/2006/main"/>
          <a:ln xmlns:a="http://schemas.openxmlformats.org/drawingml/2006/main" w="12700" cmpd="sng" cap="flat">
            <a:noFill/>
            <a:prstDash val="solid"/>
            <a:round/>
          </a:ln>
        </p:spPr>
      </p:sp>
      <p:sp>
        <p:nvSpPr>
          <p:cNvPr id="32" name="文本框"/>
          <p:cNvSpPr>
            <a:spLocks xmlns:a="http://schemas.openxmlformats.org/drawingml/2006/main" noGrp="1"/>
          </p:cNvSpPr>
          <p:nvPr>
            <p:ph type="title"/>
          </p:nvPr>
        </p:nvSpPr>
        <p:spPr>
          <a:xfrm xmlns:a="http://schemas.openxmlformats.org/drawingml/2006/main" rot="0">
            <a:off x="609600" y="274638"/>
            <a:ext cx="10971213" cy="1141412"/>
          </a:xfrm>
          <a:prstGeom xmlns:a="http://schemas.openxmlformats.org/drawingml/2006/main" prst="rect"/>
          <a:noFill xmlns:a="http://schemas.openxmlformats.org/drawingml/2006/main"/>
          <a:ln xmlns:a="http://schemas.openxmlformats.org/drawingml/2006/main" w="12700" cmpd="sng" cap="flat">
            <a:noFill/>
            <a:prstDash val="solid"/>
            <a:round/>
          </a:ln>
        </p:spPr>
        <p:txBody>
          <a:bodyPr xmlns:a="http://schemas.openxmlformats.org/drawingml/2006/main" vert="horz" wrap="square" lIns="91425" tIns="45700" rIns="91425" bIns="45700" anchor="ctr" anchorCtr="0">
            <a:prstTxWarp prst="textNoShape"/>
          </a:bodyPr>
          <a:lstStyle xmlns:a="http://schemas.openxmlformats.org/drawingml/2006/main"/>
          <a:p xmlns:a="http://schemas.openxmlformats.org/drawingml/2006/main">
            <a:pPr algn="l">
              <a:lnSpc>
                <a:spcPct val="83000"/>
              </a:lnSpc>
              <a:spcBef>
                <a:spcPts val="0"/>
              </a:spcBef>
              <a:spcAft>
                <a:spcPts val="0"/>
              </a:spcAft>
            </a:pPr>
            <a:endParaRPr lang="zh-CN" altLang="en-US"/>
          </a:p>
        </p:txBody>
      </p:sp>
      <p:sp>
        <p:nvSpPr>
          <p:cNvPr id="33" name="文本框"/>
          <p:cNvSpPr>
            <a:spLocks xmlns:a="http://schemas.openxmlformats.org/drawingml/2006/main" noGrp="1"/>
          </p:cNvSpPr>
          <p:nvPr>
            <p:ph type="body" idx="1"/>
          </p:nvPr>
        </p:nvSpPr>
        <p:spPr>
          <a:xfrm xmlns:a="http://schemas.openxmlformats.org/drawingml/2006/main" rot="0">
            <a:off x="609600" y="1600200"/>
            <a:ext cx="10971213" cy="4524374"/>
          </a:xfrm>
          <a:prstGeom xmlns:a="http://schemas.openxmlformats.org/drawingml/2006/main" prst="rect"/>
          <a:noFill xmlns:a="http://schemas.openxmlformats.org/drawingml/2006/main"/>
          <a:ln xmlns:a="http://schemas.openxmlformats.org/drawingml/2006/main" w="12700" cmpd="sng" cap="flat">
            <a:noFill/>
            <a:prstDash val="solid"/>
            <a:round/>
          </a:ln>
        </p:spPr>
        <p:txBody>
          <a:bodyPr xmlns:a="http://schemas.openxmlformats.org/drawingml/2006/main" vert="horz" wrap="square" lIns="91425" tIns="45700" rIns="91425" bIns="45700" anchor="t" anchorCtr="0">
            <a:prstTxWarp prst="textNoShape"/>
          </a:bodyPr>
          <a:lstStyle xmlns:a="http://schemas.openxmlformats.org/drawingml/2006/main"/>
          <a:p xmlns:a="http://schemas.openxmlformats.org/drawingml/2006/main">
            <a:pPr marL="457200" indent="-342900" algn="l">
              <a:lnSpc>
                <a:spcPct val="83000"/>
              </a:lnSpc>
              <a:spcBef>
                <a:spcPts val="1425"/>
              </a:spcBef>
              <a:spcAft>
                <a:spcPts val="0"/>
              </a:spcAft>
              <a:buSzPts val="1800"/>
              <a:buChar char="•"/>
            </a:pPr>
            <a:endParaRPr lang="zh-CN" altLang="en-US"/>
          </a:p>
        </p:txBody>
      </p:sp>
      <p:sp>
        <p:nvSpPr>
          <p:cNvPr id="34" name="文本框"/>
          <p:cNvSpPr>
            <a:spLocks xmlns:a="http://schemas.openxmlformats.org/drawingml/2006/main" noGrp="1"/>
          </p:cNvSpPr>
          <p:nvPr>
            <p:ph type="dt" idx="10"/>
          </p:nvPr>
        </p:nvSpPr>
        <p:spPr>
          <a:xfrm xmlns:a="http://schemas.openxmlformats.org/drawingml/2006/main" rot="0">
            <a:off x="609600" y="6356349"/>
            <a:ext cx="2843213" cy="363536"/>
          </a:xfrm>
          <a:prstGeom xmlns:a="http://schemas.openxmlformats.org/drawingml/2006/main" prst="rect"/>
          <a:noFill xmlns:a="http://schemas.openxmlformats.org/drawingml/2006/main"/>
          <a:ln xmlns:a="http://schemas.openxmlformats.org/drawingml/2006/main" w="12700" cmpd="sng" cap="flat">
            <a:noFill/>
            <a:prstDash val="solid"/>
            <a:round/>
          </a:ln>
        </p:spPr>
        <p:txBody>
          <a:bodyPr xmlns:a="http://schemas.openxmlformats.org/drawingml/2006/main" vert="horz" wrap="square" lIns="91425" tIns="45700" rIns="91425" bIns="45700" anchor="ctr" anchorCtr="0">
            <a:prstTxWarp prst="textNoShape"/>
          </a:bodyPr>
          <a:lstStyle xmlns:a="http://schemas.openxmlformats.org/drawingml/2006/main"/>
          <a:p xmlns:a="http://schemas.openxmlformats.org/drawingml/2006/main">
            <a:pPr algn="l">
              <a:lnSpc>
                <a:spcPct val="100000"/>
              </a:lnSpc>
              <a:spcBef>
                <a:spcPts val="0"/>
              </a:spcBef>
              <a:spcAft>
                <a:spcPts val="0"/>
              </a:spcAft>
            </a:pPr>
            <a:r>
              <a:rPr lang="en-US" altLang="zh-CN" sz="1200" b="0" i="0" u="none" strike="noStrike" cap="none">
                <a:solidFill>
                  <a:srgbClr val="8B8B8B"/>
                </a:solidFill>
                <a:latin typeface="Calibri" pitchFamily="0" charset="0"/>
                <a:ea typeface="Calibri" pitchFamily="0" charset="0"/>
                <a:cs typeface="Calibri" pitchFamily="0" charset="0"/>
                <a:sym typeface="Calibri" pitchFamily="0" charset="0"/>
              </a:rPr>
              <a:t>2/6/2025</a:t>
            </a:r>
            <a:endParaRPr lang="zh-CN" altLang="en-US" sz="1200" b="0" i="0" u="none" strike="noStrike" cap="none">
              <a:solidFill>
                <a:srgbClr val="8B8B8B"/>
              </a:solidFill>
              <a:latin typeface="Calibri" pitchFamily="0" charset="0"/>
              <a:ea typeface="Calibri" pitchFamily="0" charset="0"/>
              <a:cs typeface="Calibri" pitchFamily="0" charset="0"/>
              <a:sym typeface="Calibri" pitchFamily="0" charset="0"/>
            </a:endParaRPr>
          </a:p>
        </p:txBody>
      </p:sp>
      <p:sp>
        <p:nvSpPr>
          <p:cNvPr id="35" name="文本框"/>
          <p:cNvSpPr>
            <a:spLocks xmlns:a="http://schemas.openxmlformats.org/drawingml/2006/main" noGrp="1"/>
          </p:cNvSpPr>
          <p:nvPr>
            <p:ph type="sldNum"/>
          </p:nvPr>
        </p:nvSpPr>
        <p:spPr>
          <a:xfrm xmlns:a="http://schemas.openxmlformats.org/drawingml/2006/main" rot="0">
            <a:off x="8737600" y="6356349"/>
            <a:ext cx="2843213" cy="363536"/>
          </a:xfrm>
          <a:prstGeom xmlns:a="http://schemas.openxmlformats.org/drawingml/2006/main" prst="rect"/>
          <a:noFill xmlns:a="http://schemas.openxmlformats.org/drawingml/2006/main"/>
          <a:ln xmlns:a="http://schemas.openxmlformats.org/drawingml/2006/main" w="12700" cmpd="sng" cap="flat">
            <a:noFill/>
            <a:prstDash val="solid"/>
            <a:round/>
          </a:ln>
        </p:spPr>
        <p:txBody>
          <a:bodyPr xmlns:a="http://schemas.openxmlformats.org/drawingml/2006/main" vert="horz" wrap="square" lIns="91425" tIns="45700" rIns="91425" bIns="45700" anchor="ctr" anchorCtr="0">
            <a:prstTxWarp prst="textNoShape"/>
          </a:bodyPr>
          <a:lstStyle xmlns:a="http://schemas.openxmlformats.org/drawingml/2006/main"/>
          <a:p xmlns:a="http://schemas.openxmlformats.org/drawingml/2006/main">
            <a:pPr marL="0" indent="0" algn="r">
              <a:spcBef>
                <a:spcPts val="0"/>
              </a:spcBef>
              <a:spcAft>
                <a:spcPts val="0"/>
              </a:spcAft>
            </a:pPr>
            <a:fld id="{CAD2D6BD-DE1B-4B5F-8B41-2702339687B9}" type="slidenum">
              <a:rPr lang="en-US" altLang="zh-CN" sz="1200" b="0" i="0" u="none" strike="noStrike" kern="0" cap="none" spc="0" baseline="0">
                <a:solidFill>
                  <a:srgbClr val="8B8B8B"/>
                </a:solidFill>
                <a:latin typeface="Calibri" pitchFamily="0" charset="0"/>
                <a:ea typeface="Calibri" pitchFamily="0" charset="0"/>
                <a:cs typeface="Calibri" pitchFamily="0" charset="0"/>
                <a:sym typeface="Calibri" pitchFamily="0" charset="0"/>
              </a:rPr>
              <a:t>&lt;#&gt;</a:t>
            </a:fld>
            <a:endParaRPr lang="zh-CN" altLang="en-US" sz="1200" b="0" i="0" u="none" strike="noStrike" cap="none">
              <a:solidFill>
                <a:srgbClr val="8B8B8B"/>
              </a:solidFill>
              <a:latin typeface="Calibri" pitchFamily="0" charset="0"/>
              <a:ea typeface="Calibri" pitchFamily="0" charset="0"/>
              <a:cs typeface="Calibri" pitchFamily="0" charset="0"/>
              <a:sym typeface="Calibri" pitchFamily="0" charset="0"/>
            </a:endParaRPr>
          </a:p>
        </p:txBody>
      </p:sp>
    </p:spTree>
    <p:extLst>
      <p:ext uri="{BB962C8B-B14F-4D97-AF65-F5344CB8AC3E}">
        <p14:creationId xmlns:p14="http://schemas.microsoft.com/office/powerpoint/2010/main" val="395609415"/>
      </p:ext>
    </p:extLst>
  </p:cSld>
  <p:clrMapOvr>
    <a:masterClrMapping xmlns:a="http://schemas.openxmlformats.org/drawingml/2006/main"/>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 Id="rId9" Type="http://schemas.openxmlformats.org/officeDocument/2006/relationships/slideLayout" Target="../slideLayouts/slideLayout21.xml"/><Relationship Id="rId10" Type="http://schemas.openxmlformats.org/officeDocument/2006/relationships/slideLayout" Target="../slideLayouts/slideLayout22.xml"/><Relationship Id="rId11" Type="http://schemas.openxmlformats.org/officeDocument/2006/relationships/slideLayout" Target="../slideLayouts/slideLayout23.xml"/><Relationship Id="rId12" Type="http://schemas.openxmlformats.org/officeDocument/2006/relationships/slideLayout" Target="../slideLayouts/slideLayout24.xml"/><Relationship Id="rId13" Type="http://schemas.openxmlformats.org/officeDocument/2006/relationships/theme" Target="../theme/theme2.xml"/></Relationships>
</file>

<file path=ppt/slideMasters/slideMaster1.xml><?xml version="1.0" encoding="utf-8"?>
<p:sldMaster xmlns:p="http://schemas.openxmlformats.org/presentationml/2006/main" xmlns:r="http://schemas.openxmlformats.org/officeDocument/2006/relationships" xmlns:a="http://schemas.openxmlformats.org/drawingml/2006/main">
  <p:cSld>
    <p:bg>
      <p:bgPr>
        <a:solidFill>
          <a:srgbClr val="FFFFFF"/>
        </a:solidFill>
      </p:bgPr>
    </p:bg>
    <p:spTree>
      <p:nvGrpSpPr>
        <p:cNvPr id="1" name=""/>
        <p:cNvGrpSpPr/>
        <p:nvPr/>
      </p:nvGrpSpPr>
      <p:grpSpPr>
        <a:xfrm>
          <a:off x="0" y="0"/>
          <a:ext cx="0" cy="0"/>
          <a:chOff x="0" y="0"/>
          <a:chExt cx="0" cy="0"/>
        </a:xfrm>
      </p:grpSpPr>
      <p:sp>
        <p:nvSpPr>
          <p:cNvPr id="2" name="文本框"/>
          <p:cNvSpPr>
            <a:spLocks noGrp="1"/>
          </p:cNvSpPr>
          <p:nvPr>
            <p:ph type="title"/>
          </p:nvPr>
        </p:nvSpPr>
        <p:spPr>
          <a:xfrm rot="0">
            <a:off x="914400" y="2130425"/>
            <a:ext cx="10361613" cy="1468438"/>
          </a:xfrm>
          <a:prstGeom prst="rect"/>
          <a:noFill/>
          <a:ln w="12700" cmpd="sng" cap="flat">
            <a:noFill/>
            <a:prstDash val="solid"/>
            <a:round/>
          </a:ln>
        </p:spPr>
        <p:txBody>
          <a:bodyPr vert="horz" wrap="square" lIns="91425" tIns="45700" rIns="91425" bIns="45700" anchor="ctr" anchorCtr="0">
            <a:prstTxWarp prst="textNoShape"/>
          </a:bodyPr>
          <a:lstStyle/>
          <a:p>
            <a:pPr algn="l">
              <a:lnSpc>
                <a:spcPct val="83000"/>
              </a:lnSpc>
              <a:spcBef>
                <a:spcPts val="0"/>
              </a:spcBef>
              <a:spcAft>
                <a:spcPts val="0"/>
              </a:spcAft>
            </a:pPr>
            <a:endParaRPr lang="zh-CN" altLang="en-US" sz="4400" b="0" i="0" u="none" strike="noStrike" cap="none">
              <a:solidFill>
                <a:srgbClr val="000000"/>
              </a:solidFill>
              <a:latin typeface="Calibri" pitchFamily="0" charset="0"/>
              <a:ea typeface="Calibri" pitchFamily="0" charset="0"/>
              <a:cs typeface="Calibri" pitchFamily="0" charset="0"/>
              <a:sym typeface="Calibri" pitchFamily="0" charset="0"/>
            </a:endParaRPr>
          </a:p>
        </p:txBody>
      </p:sp>
      <p:sp>
        <p:nvSpPr>
          <p:cNvPr id="3" name="文本框"/>
          <p:cNvSpPr>
            <a:spLocks noGrp="1"/>
          </p:cNvSpPr>
          <p:nvPr>
            <p:ph type="dt" idx="10"/>
          </p:nvPr>
        </p:nvSpPr>
        <p:spPr>
          <a:xfrm rot="0">
            <a:off x="609600" y="6356349"/>
            <a:ext cx="2843213" cy="363536"/>
          </a:xfrm>
          <a:prstGeom prst="rect"/>
          <a:noFill/>
          <a:ln w="12700" cmpd="sng" cap="flat">
            <a:noFill/>
            <a:prstDash val="solid"/>
            <a:round/>
          </a:ln>
        </p:spPr>
        <p:txBody>
          <a:bodyPr vert="horz" wrap="square" lIns="91425" tIns="45700" rIns="91425" bIns="45700" anchor="ctr" anchorCtr="0">
            <a:prstTxWarp prst="textNoShape"/>
          </a:bodyPr>
          <a:lstStyle/>
          <a:p>
            <a:pPr algn="l">
              <a:lnSpc>
                <a:spcPct val="100000"/>
              </a:lnSpc>
              <a:spcBef>
                <a:spcPts val="0"/>
              </a:spcBef>
              <a:spcAft>
                <a:spcPts val="0"/>
              </a:spcAft>
            </a:pPr>
            <a:r>
              <a:rPr lang="en-US" altLang="zh-CN" sz="1200" b="0" i="0" u="none" strike="noStrike" cap="none">
                <a:solidFill>
                  <a:srgbClr val="8B8B8B"/>
                </a:solidFill>
                <a:latin typeface="Calibri" pitchFamily="0" charset="0"/>
                <a:ea typeface="Calibri" pitchFamily="0" charset="0"/>
                <a:cs typeface="Calibri" pitchFamily="0" charset="0"/>
                <a:sym typeface="Calibri" pitchFamily="0" charset="0"/>
              </a:rPr>
              <a:t>2/6/2025</a:t>
            </a:r>
            <a:endParaRPr lang="zh-CN" altLang="en-US" sz="1200" b="0" i="0" u="none" strike="noStrike" cap="none">
              <a:solidFill>
                <a:srgbClr val="8B8B8B"/>
              </a:solidFill>
              <a:latin typeface="Calibri" pitchFamily="0" charset="0"/>
              <a:ea typeface="Calibri" pitchFamily="0" charset="0"/>
              <a:cs typeface="Calibri" pitchFamily="0" charset="0"/>
              <a:sym typeface="Calibri" pitchFamily="0" charset="0"/>
            </a:endParaRPr>
          </a:p>
        </p:txBody>
      </p:sp>
      <p:sp>
        <p:nvSpPr>
          <p:cNvPr id="4" name="矩形"/>
          <p:cNvSpPr>
            <a:spLocks/>
          </p:cNvSpPr>
          <p:nvPr/>
        </p:nvSpPr>
        <p:spPr>
          <a:xfrm rot="0">
            <a:off x="4165600" y="6356349"/>
            <a:ext cx="3860799" cy="365125"/>
          </a:xfrm>
          <a:prstGeom prst="rect"/>
          <a:noFill/>
          <a:ln w="12700" cmpd="sng" cap="flat">
            <a:noFill/>
            <a:prstDash val="solid"/>
            <a:round/>
          </a:ln>
        </p:spPr>
      </p:sp>
      <p:sp>
        <p:nvSpPr>
          <p:cNvPr id="5" name="文本框"/>
          <p:cNvSpPr>
            <a:spLocks noGrp="1"/>
          </p:cNvSpPr>
          <p:nvPr>
            <p:ph type="sldNum"/>
          </p:nvPr>
        </p:nvSpPr>
        <p:spPr>
          <a:xfrm rot="0">
            <a:off x="8737600" y="6356349"/>
            <a:ext cx="2843213" cy="363536"/>
          </a:xfrm>
          <a:prstGeom prst="rect"/>
          <a:noFill/>
          <a:ln w="12700" cmpd="sng" cap="flat">
            <a:noFill/>
            <a:prstDash val="solid"/>
            <a:round/>
          </a:ln>
        </p:spPr>
        <p:txBody>
          <a:bodyPr vert="horz" wrap="square" lIns="91425" tIns="45700" rIns="91425" bIns="45700" anchor="ctr" anchorCtr="0">
            <a:prstTxWarp prst="textNoShape"/>
          </a:bodyPr>
          <a:lstStyle/>
          <a:p>
            <a:pPr marL="0" indent="0" algn="r">
              <a:spcBef>
                <a:spcPts val="0"/>
              </a:spcBef>
              <a:spcAft>
                <a:spcPts val="0"/>
              </a:spcAft>
            </a:pPr>
            <a:fld id="{CAD2D6BD-DE1B-4B5F-8B41-2702339687B9}" type="slidenum">
              <a:rPr lang="en-US" altLang="zh-CN" sz="1200" b="0" i="0" u="none" strike="noStrike" kern="0" cap="none" spc="0" baseline="0">
                <a:solidFill>
                  <a:srgbClr val="8B8B8B"/>
                </a:solidFill>
                <a:latin typeface="Calibri" pitchFamily="0" charset="0"/>
                <a:ea typeface="Calibri" pitchFamily="0" charset="0"/>
                <a:cs typeface="Calibri" pitchFamily="0" charset="0"/>
                <a:sym typeface="Calibri" pitchFamily="0" charset="0"/>
              </a:rPr>
              <a:t>&lt;#&gt;</a:t>
            </a:fld>
            <a:endParaRPr lang="zh-CN" altLang="en-US" sz="1200" b="0" i="0" u="none" strike="noStrike" cap="none">
              <a:solidFill>
                <a:srgbClr val="8B8B8B"/>
              </a:solidFill>
              <a:latin typeface="Calibri" pitchFamily="0" charset="0"/>
              <a:ea typeface="Calibri" pitchFamily="0" charset="0"/>
              <a:cs typeface="Calibri" pitchFamily="0" charset="0"/>
              <a:sym typeface="Calibri" pitchFamily="0" charset="0"/>
            </a:endParaRPr>
          </a:p>
        </p:txBody>
      </p:sp>
      <p:sp>
        <p:nvSpPr>
          <p:cNvPr id="6" name="文本框"/>
          <p:cNvSpPr>
            <a:spLocks noGrp="1"/>
          </p:cNvSpPr>
          <p:nvPr>
            <p:ph type="body" idx="1"/>
          </p:nvPr>
        </p:nvSpPr>
        <p:spPr>
          <a:xfrm rot="0">
            <a:off x="609600" y="1604963"/>
            <a:ext cx="10971213" cy="3975098"/>
          </a:xfrm>
          <a:prstGeom prst="rect"/>
          <a:noFill/>
          <a:ln w="12700" cmpd="sng" cap="flat">
            <a:noFill/>
            <a:prstDash val="solid"/>
            <a:round/>
          </a:ln>
        </p:spPr>
        <p:txBody>
          <a:bodyPr vert="horz" wrap="square" lIns="0" tIns="69075" rIns="0" bIns="0" anchor="t" anchorCtr="0">
            <a:prstTxWarp prst="textNoShape"/>
          </a:bodyPr>
          <a:lstStyle/>
          <a:p>
            <a:pPr marL="457200" indent="-431800" algn="l">
              <a:lnSpc>
                <a:spcPct val="83000"/>
              </a:lnSpc>
              <a:spcBef>
                <a:spcPts val="1425"/>
              </a:spcBef>
              <a:spcAft>
                <a:spcPts val="0"/>
              </a:spcAft>
              <a:buClr>
                <a:srgbClr val="000000"/>
              </a:buClr>
              <a:buSzPts val="3200"/>
              <a:buFont typeface="Times New Roman" pitchFamily="0" charset="0"/>
              <a:buChar char="•"/>
            </a:pPr>
            <a:endParaRPr lang="zh-CN" altLang="en-US" sz="3200" b="0" i="0" u="none" strike="noStrike" cap="none">
              <a:solidFill>
                <a:srgbClr val="000000"/>
              </a:solidFill>
              <a:latin typeface="Calibri" pitchFamily="0" charset="0"/>
              <a:ea typeface="Calibri" pitchFamily="0" charset="0"/>
              <a:cs typeface="Calibri" pitchFamily="0" charset="0"/>
              <a:sym typeface="Calibri" pitchFamily="0" charset="0"/>
            </a:endParaRPr>
          </a:p>
        </p:txBody>
      </p:sp>
    </p:spTree>
    <p:extLst>
      <p:ext uri="{BB962C8B-B14F-4D97-AF65-F5344CB8AC3E}">
        <p14:creationId xmlns:p14="http://schemas.microsoft.com/office/powerpoint/2010/main" val="1117794796"/>
      </p:ext>
    </p:extLst>
  </p:cSld>
  <p:clrMap bg1="lt1" tx1="dk1" bg2="lt2" tx2="dk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sldNum="0" hdr="0" ftr="0" dt="0"/>
  <p:txStyles>
    <p:titleStyle>
      <a:lvl1pPr algn="l" defTabSz="914400" fontAlgn="auto" hangingPunct="1">
        <a:lnSpc>
          <a:spcPct val="100000"/>
        </a:lnSpc>
        <a:spcBef>
          <a:spcPts val="0"/>
        </a:spcBef>
        <a:spcAft>
          <a:spcPts val="0"/>
        </a:spcAft>
        <a:buNone/>
        <a:defRPr sz="1400" b="0" i="0" u="none" strike="noStrike" cap="none">
          <a:solidFill>
            <a:srgbClr val="000000"/>
          </a:solidFill>
          <a:latin typeface="Arial" pitchFamily="0" charset="0"/>
          <a:ea typeface="Arial" pitchFamily="0" charset="0"/>
          <a:cs typeface="Arial" pitchFamily="0" charset="0"/>
        </a:defRPr>
      </a:lvl1pPr>
    </p:titleStyle>
    <p:bodyStyle>
      <a:lvl1pPr algn="l" defTabSz="914400" fontAlgn="auto" hangingPunct="1">
        <a:lnSpc>
          <a:spcPct val="100000"/>
        </a:lnSpc>
        <a:spcBef>
          <a:spcPts val="0"/>
        </a:spcBef>
        <a:spcAft>
          <a:spcPts val="0"/>
        </a:spcAft>
        <a:buNone/>
        <a:defRPr sz="1400" b="0" i="0" u="none" strike="noStrike" cap="none">
          <a:solidFill>
            <a:srgbClr val="000000"/>
          </a:solidFill>
          <a:latin typeface="Arial" pitchFamily="0" charset="0"/>
          <a:ea typeface="Arial" pitchFamily="0" charset="0"/>
          <a:cs typeface="Arial" pitchFamily="0" charset="0"/>
        </a:defRPr>
      </a:lvl1pPr>
      <a:lvl2pPr algn="l" defTabSz="914400" fontAlgn="auto" hangingPunct="1">
        <a:lnSpc>
          <a:spcPct val="100000"/>
        </a:lnSpc>
        <a:spcBef>
          <a:spcPts val="0"/>
        </a:spcBef>
        <a:spcAft>
          <a:spcPts val="0"/>
        </a:spcAft>
        <a:buNone/>
        <a:defRPr sz="1400" b="0" i="0" u="none" strike="noStrike" cap="none">
          <a:solidFill>
            <a:srgbClr val="000000"/>
          </a:solidFill>
          <a:latin typeface="Arial" pitchFamily="0" charset="0"/>
          <a:ea typeface="Arial" pitchFamily="0" charset="0"/>
          <a:cs typeface="Arial" pitchFamily="0" charset="0"/>
        </a:defRPr>
      </a:lvl2pPr>
      <a:lvl3pPr algn="l" defTabSz="914400" fontAlgn="auto" hangingPunct="1">
        <a:lnSpc>
          <a:spcPct val="100000"/>
        </a:lnSpc>
        <a:spcBef>
          <a:spcPts val="0"/>
        </a:spcBef>
        <a:spcAft>
          <a:spcPts val="0"/>
        </a:spcAft>
        <a:buNone/>
        <a:defRPr sz="1400" b="0" i="0" u="none" strike="noStrike" cap="none">
          <a:solidFill>
            <a:srgbClr val="000000"/>
          </a:solidFill>
          <a:latin typeface="Arial" pitchFamily="0" charset="0"/>
          <a:ea typeface="Arial" pitchFamily="0" charset="0"/>
          <a:cs typeface="Arial" pitchFamily="0" charset="0"/>
        </a:defRPr>
      </a:lvl3pPr>
      <a:lvl4pPr algn="l" defTabSz="914400" fontAlgn="auto" hangingPunct="1">
        <a:lnSpc>
          <a:spcPct val="100000"/>
        </a:lnSpc>
        <a:spcBef>
          <a:spcPts val="0"/>
        </a:spcBef>
        <a:spcAft>
          <a:spcPts val="0"/>
        </a:spcAft>
        <a:buNone/>
        <a:defRPr sz="1400" b="0" i="0" u="none" strike="noStrike" cap="none">
          <a:solidFill>
            <a:srgbClr val="000000"/>
          </a:solidFill>
          <a:latin typeface="Arial" pitchFamily="0" charset="0"/>
          <a:ea typeface="Arial" pitchFamily="0" charset="0"/>
          <a:cs typeface="Arial" pitchFamily="0" charset="0"/>
        </a:defRPr>
      </a:lvl4pPr>
      <a:lvl5pPr algn="l" defTabSz="914400" fontAlgn="auto" hangingPunct="1">
        <a:lnSpc>
          <a:spcPct val="100000"/>
        </a:lnSpc>
        <a:spcBef>
          <a:spcPts val="0"/>
        </a:spcBef>
        <a:spcAft>
          <a:spcPts val="0"/>
        </a:spcAft>
        <a:buNone/>
        <a:defRPr sz="1400" b="0" i="0" u="none" strike="noStrike" cap="none">
          <a:solidFill>
            <a:srgbClr val="000000"/>
          </a:solidFill>
          <a:latin typeface="Arial" pitchFamily="0" charset="0"/>
          <a:ea typeface="Arial" pitchFamily="0" charset="0"/>
          <a:cs typeface="Arial" pitchFamily="0" charset="0"/>
        </a:defRPr>
      </a:lvl5pPr>
      <a:lvl6pPr algn="l" defTabSz="914400" fontAlgn="auto" hangingPunct="1">
        <a:lnSpc>
          <a:spcPct val="100000"/>
        </a:lnSpc>
        <a:spcBef>
          <a:spcPts val="0"/>
        </a:spcBef>
        <a:spcAft>
          <a:spcPts val="0"/>
        </a:spcAft>
        <a:buNone/>
        <a:defRPr sz="1400" b="0" i="0" u="none" strike="noStrike" cap="none">
          <a:solidFill>
            <a:srgbClr val="000000"/>
          </a:solidFill>
          <a:latin typeface="Arial" pitchFamily="0" charset="0"/>
          <a:ea typeface="Arial" pitchFamily="0" charset="0"/>
          <a:cs typeface="Arial" pitchFamily="0" charset="0"/>
        </a:defRPr>
      </a:lvl6pPr>
      <a:lvl7pPr algn="l" defTabSz="914400" fontAlgn="auto" hangingPunct="1">
        <a:lnSpc>
          <a:spcPct val="100000"/>
        </a:lnSpc>
        <a:spcBef>
          <a:spcPts val="0"/>
        </a:spcBef>
        <a:spcAft>
          <a:spcPts val="0"/>
        </a:spcAft>
        <a:buNone/>
        <a:defRPr sz="1400" b="0" i="0" u="none" strike="noStrike" cap="none">
          <a:solidFill>
            <a:srgbClr val="000000"/>
          </a:solidFill>
          <a:latin typeface="Arial" pitchFamily="0" charset="0"/>
          <a:ea typeface="Arial" pitchFamily="0" charset="0"/>
          <a:cs typeface="Arial" pitchFamily="0" charset="0"/>
        </a:defRPr>
      </a:lvl7pPr>
      <a:lvl8pPr algn="l" defTabSz="914400" fontAlgn="auto" hangingPunct="1">
        <a:lnSpc>
          <a:spcPct val="100000"/>
        </a:lnSpc>
        <a:spcBef>
          <a:spcPts val="0"/>
        </a:spcBef>
        <a:spcAft>
          <a:spcPts val="0"/>
        </a:spcAft>
        <a:buNone/>
        <a:defRPr sz="1400" b="0" i="0" u="none" strike="noStrike" cap="none">
          <a:solidFill>
            <a:srgbClr val="000000"/>
          </a:solidFill>
          <a:latin typeface="Arial" pitchFamily="0" charset="0"/>
          <a:ea typeface="Arial" pitchFamily="0" charset="0"/>
          <a:cs typeface="Arial" pitchFamily="0" charset="0"/>
        </a:defRPr>
      </a:lvl8pPr>
      <a:lvl9pPr algn="l" defTabSz="914400" fontAlgn="auto" hangingPunct="1">
        <a:lnSpc>
          <a:spcPct val="100000"/>
        </a:lnSpc>
        <a:spcBef>
          <a:spcPts val="0"/>
        </a:spcBef>
        <a:spcAft>
          <a:spcPts val="0"/>
        </a:spcAft>
        <a:buNone/>
        <a:defRPr sz="1400" b="0" i="0" u="none" strike="noStrike" cap="none">
          <a:solidFill>
            <a:srgbClr val="000000"/>
          </a:solidFill>
          <a:latin typeface="Arial" pitchFamily="0" charset="0"/>
          <a:ea typeface="Arial" pitchFamily="0" charset="0"/>
          <a:cs typeface="Arial" pitchFamily="0" charset="0"/>
        </a:defRPr>
      </a:lvl9pPr>
    </p:bodyStyle>
  </p:txStyles>
</p:sldMaster>
</file>

<file path=ppt/slideMasters/slideMaster2.xml><?xml version="1.0" encoding="utf-8"?>
<p:sldMaster xmlns:p="http://schemas.openxmlformats.org/presentationml/2006/main" xmlns:r="http://schemas.openxmlformats.org/officeDocument/2006/relationships" xmlns:a="http://schemas.openxmlformats.org/drawingml/2006/main">
  <p:cSld>
    <p:bg>
      <p:bgPr>
        <a:solidFill>
          <a:srgbClr val="FFFFFF"/>
        </a:solidFill>
      </p:bgPr>
    </p:bg>
    <p:spTree>
      <p:nvGrpSpPr>
        <p:cNvPr id="1" name=""/>
        <p:cNvGrpSpPr/>
        <p:nvPr/>
      </p:nvGrpSpPr>
      <p:grpSpPr>
        <a:xfrm>
          <a:off x="0" y="0"/>
          <a:ext cx="0" cy="0"/>
          <a:chOff x="0" y="0"/>
          <a:chExt cx="0" cy="0"/>
        </a:xfrm>
      </p:grpSpPr>
      <p:sp>
        <p:nvSpPr>
          <p:cNvPr id="7" name="文本框"/>
          <p:cNvSpPr>
            <a:spLocks noGrp="1"/>
          </p:cNvSpPr>
          <p:nvPr>
            <p:ph type="title"/>
          </p:nvPr>
        </p:nvSpPr>
        <p:spPr>
          <a:xfrm rot="0">
            <a:off x="609600" y="274638"/>
            <a:ext cx="10971213" cy="1141412"/>
          </a:xfrm>
          <a:prstGeom prst="rect"/>
          <a:noFill/>
          <a:ln w="12700" cmpd="sng" cap="flat">
            <a:noFill/>
            <a:prstDash val="solid"/>
            <a:round/>
          </a:ln>
        </p:spPr>
        <p:txBody>
          <a:bodyPr vert="horz" wrap="square" lIns="91425" tIns="45700" rIns="91425" bIns="45700" anchor="ctr" anchorCtr="0">
            <a:prstTxWarp prst="textNoShape"/>
          </a:bodyPr>
          <a:lstStyle/>
          <a:p>
            <a:pPr algn="l">
              <a:lnSpc>
                <a:spcPct val="83000"/>
              </a:lnSpc>
              <a:spcBef>
                <a:spcPts val="0"/>
              </a:spcBef>
              <a:spcAft>
                <a:spcPts val="0"/>
              </a:spcAft>
            </a:pPr>
            <a:endParaRPr lang="zh-CN" altLang="en-US" sz="4400" b="0" i="0" u="none" strike="noStrike" cap="none">
              <a:solidFill>
                <a:srgbClr val="000000"/>
              </a:solidFill>
              <a:latin typeface="Calibri" pitchFamily="0" charset="0"/>
              <a:ea typeface="Calibri" pitchFamily="0" charset="0"/>
              <a:cs typeface="Calibri" pitchFamily="0" charset="0"/>
              <a:sym typeface="Calibri" pitchFamily="0" charset="0"/>
            </a:endParaRPr>
          </a:p>
        </p:txBody>
      </p:sp>
      <p:sp>
        <p:nvSpPr>
          <p:cNvPr id="8" name="文本框"/>
          <p:cNvSpPr>
            <a:spLocks noGrp="1"/>
          </p:cNvSpPr>
          <p:nvPr>
            <p:ph type="body" idx="1"/>
          </p:nvPr>
        </p:nvSpPr>
        <p:spPr>
          <a:xfrm rot="0">
            <a:off x="609600" y="1600200"/>
            <a:ext cx="10971213" cy="4524374"/>
          </a:xfrm>
          <a:prstGeom prst="rect"/>
          <a:noFill/>
          <a:ln w="12700" cmpd="sng" cap="flat">
            <a:noFill/>
            <a:prstDash val="solid"/>
            <a:round/>
          </a:ln>
        </p:spPr>
        <p:txBody>
          <a:bodyPr vert="horz" wrap="square" lIns="91425" tIns="45700" rIns="91425" bIns="45700" anchor="t" anchorCtr="0">
            <a:prstTxWarp prst="textNoShape"/>
          </a:bodyPr>
          <a:lstStyle/>
          <a:p>
            <a:pPr marL="457200" indent="-431800" algn="l">
              <a:lnSpc>
                <a:spcPct val="83000"/>
              </a:lnSpc>
              <a:spcBef>
                <a:spcPts val="1425"/>
              </a:spcBef>
              <a:spcAft>
                <a:spcPts val="0"/>
              </a:spcAft>
              <a:buClr>
                <a:srgbClr val="000000"/>
              </a:buClr>
              <a:buSzPts val="3200"/>
              <a:buFont typeface="Times New Roman" pitchFamily="0" charset="0"/>
              <a:buChar char="•"/>
            </a:pPr>
            <a:endParaRPr lang="zh-CN" altLang="en-US" sz="3200" b="0" i="0" u="none" strike="noStrike" cap="none">
              <a:solidFill>
                <a:srgbClr val="000000"/>
              </a:solidFill>
              <a:latin typeface="Calibri" pitchFamily="0" charset="0"/>
              <a:ea typeface="Calibri" pitchFamily="0" charset="0"/>
              <a:cs typeface="Calibri" pitchFamily="0" charset="0"/>
              <a:sym typeface="Calibri" pitchFamily="0" charset="0"/>
            </a:endParaRPr>
          </a:p>
        </p:txBody>
      </p:sp>
      <p:sp>
        <p:nvSpPr>
          <p:cNvPr id="9" name="文本框"/>
          <p:cNvSpPr>
            <a:spLocks noGrp="1"/>
          </p:cNvSpPr>
          <p:nvPr>
            <p:ph type="dt" idx="10"/>
          </p:nvPr>
        </p:nvSpPr>
        <p:spPr>
          <a:xfrm rot="0">
            <a:off x="609600" y="6356349"/>
            <a:ext cx="2843213" cy="363536"/>
          </a:xfrm>
          <a:prstGeom prst="rect"/>
          <a:noFill/>
          <a:ln w="12700" cmpd="sng" cap="flat">
            <a:noFill/>
            <a:prstDash val="solid"/>
            <a:round/>
          </a:ln>
        </p:spPr>
        <p:txBody>
          <a:bodyPr vert="horz" wrap="square" lIns="91425" tIns="45700" rIns="91425" bIns="45700" anchor="ctr" anchorCtr="0">
            <a:prstTxWarp prst="textNoShape"/>
          </a:bodyPr>
          <a:lstStyle/>
          <a:p>
            <a:pPr algn="l">
              <a:lnSpc>
                <a:spcPct val="100000"/>
              </a:lnSpc>
              <a:spcBef>
                <a:spcPts val="0"/>
              </a:spcBef>
              <a:spcAft>
                <a:spcPts val="0"/>
              </a:spcAft>
            </a:pPr>
            <a:r>
              <a:rPr lang="en-US" altLang="zh-CN" sz="1200" b="0" i="0" u="none" strike="noStrike" cap="none">
                <a:solidFill>
                  <a:srgbClr val="8B8B8B"/>
                </a:solidFill>
                <a:latin typeface="Calibri" pitchFamily="0" charset="0"/>
                <a:ea typeface="Calibri" pitchFamily="0" charset="0"/>
                <a:cs typeface="Calibri" pitchFamily="0" charset="0"/>
                <a:sym typeface="Calibri" pitchFamily="0" charset="0"/>
              </a:rPr>
              <a:t>2/6/2025</a:t>
            </a:r>
            <a:endParaRPr lang="zh-CN" altLang="en-US" sz="1200" b="0" i="0" u="none" strike="noStrike" cap="none">
              <a:solidFill>
                <a:srgbClr val="8B8B8B"/>
              </a:solidFill>
              <a:latin typeface="Calibri" pitchFamily="0" charset="0"/>
              <a:ea typeface="Calibri" pitchFamily="0" charset="0"/>
              <a:cs typeface="Calibri" pitchFamily="0" charset="0"/>
              <a:sym typeface="Calibri" pitchFamily="0" charset="0"/>
            </a:endParaRPr>
          </a:p>
        </p:txBody>
      </p:sp>
      <p:sp>
        <p:nvSpPr>
          <p:cNvPr id="10" name="矩形"/>
          <p:cNvSpPr>
            <a:spLocks/>
          </p:cNvSpPr>
          <p:nvPr/>
        </p:nvSpPr>
        <p:spPr>
          <a:xfrm rot="0">
            <a:off x="4165600" y="6356349"/>
            <a:ext cx="3860799" cy="365125"/>
          </a:xfrm>
          <a:prstGeom prst="rect"/>
          <a:noFill/>
          <a:ln w="12700" cmpd="sng" cap="flat">
            <a:noFill/>
            <a:prstDash val="solid"/>
            <a:round/>
          </a:ln>
        </p:spPr>
      </p:sp>
      <p:sp>
        <p:nvSpPr>
          <p:cNvPr id="11" name="文本框"/>
          <p:cNvSpPr>
            <a:spLocks noGrp="1"/>
          </p:cNvSpPr>
          <p:nvPr>
            <p:ph type="sldNum"/>
          </p:nvPr>
        </p:nvSpPr>
        <p:spPr>
          <a:xfrm rot="0">
            <a:off x="8737600" y="6356349"/>
            <a:ext cx="2843213" cy="363536"/>
          </a:xfrm>
          <a:prstGeom prst="rect"/>
          <a:noFill/>
          <a:ln w="12700" cmpd="sng" cap="flat">
            <a:noFill/>
            <a:prstDash val="solid"/>
            <a:round/>
          </a:ln>
        </p:spPr>
        <p:txBody>
          <a:bodyPr vert="horz" wrap="square" lIns="91425" tIns="45700" rIns="91425" bIns="45700" anchor="ctr" anchorCtr="0">
            <a:prstTxWarp prst="textNoShape"/>
          </a:bodyPr>
          <a:lstStyle/>
          <a:p>
            <a:pPr marL="0" indent="0" algn="r">
              <a:spcBef>
                <a:spcPts val="0"/>
              </a:spcBef>
              <a:spcAft>
                <a:spcPts val="0"/>
              </a:spcAft>
            </a:pPr>
            <a:fld id="{CAD2D6BD-DE1B-4B5F-8B41-2702339687B9}" type="slidenum">
              <a:rPr lang="en-US" altLang="zh-CN" sz="1200" b="0" i="0" u="none" strike="noStrike" kern="0" cap="none" spc="0" baseline="0">
                <a:solidFill>
                  <a:srgbClr val="8B8B8B"/>
                </a:solidFill>
                <a:latin typeface="Calibri" pitchFamily="0" charset="0"/>
                <a:ea typeface="Calibri" pitchFamily="0" charset="0"/>
                <a:cs typeface="Calibri" pitchFamily="0" charset="0"/>
                <a:sym typeface="Calibri" pitchFamily="0" charset="0"/>
              </a:rPr>
              <a:t>&lt;#&gt;</a:t>
            </a:fld>
            <a:endParaRPr lang="zh-CN" altLang="en-US" sz="1200" b="0" i="0" u="none" strike="noStrike" cap="none">
              <a:solidFill>
                <a:srgbClr val="8B8B8B"/>
              </a:solidFill>
              <a:latin typeface="Calibri" pitchFamily="0" charset="0"/>
              <a:ea typeface="Calibri" pitchFamily="0" charset="0"/>
              <a:cs typeface="Calibri" pitchFamily="0" charset="0"/>
              <a:sym typeface="Calibri" pitchFamily="0" charset="0"/>
            </a:endParaRPr>
          </a:p>
        </p:txBody>
      </p:sp>
    </p:spTree>
    <p:extLst>
      <p:ext uri="{BB962C8B-B14F-4D97-AF65-F5344CB8AC3E}">
        <p14:creationId xmlns:p14="http://schemas.microsoft.com/office/powerpoint/2010/main" val="32993702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sldNum="0" hdr="0" ftr="0" dt="0"/>
  <p:txStyles>
    <p:titleStyle>
      <a:lvl1pPr algn="l" defTabSz="914400" fontAlgn="auto" hangingPunct="1">
        <a:lnSpc>
          <a:spcPct val="100000"/>
        </a:lnSpc>
        <a:spcBef>
          <a:spcPts val="0"/>
        </a:spcBef>
        <a:spcAft>
          <a:spcPts val="0"/>
        </a:spcAft>
        <a:buNone/>
        <a:defRPr sz="1400" b="0" i="0" u="none" strike="noStrike" cap="none">
          <a:solidFill>
            <a:srgbClr val="000000"/>
          </a:solidFill>
          <a:latin typeface="Arial" pitchFamily="0" charset="0"/>
          <a:ea typeface="Arial" pitchFamily="0" charset="0"/>
          <a:cs typeface="Arial" pitchFamily="0" charset="0"/>
        </a:defRPr>
      </a:lvl1pPr>
    </p:titleStyle>
    <p:bodyStyle>
      <a:lvl1pPr algn="l" defTabSz="914400" fontAlgn="auto" hangingPunct="1">
        <a:lnSpc>
          <a:spcPct val="100000"/>
        </a:lnSpc>
        <a:spcBef>
          <a:spcPts val="0"/>
        </a:spcBef>
        <a:spcAft>
          <a:spcPts val="0"/>
        </a:spcAft>
        <a:buNone/>
        <a:defRPr sz="1400" b="0" i="0" u="none" strike="noStrike" cap="none">
          <a:solidFill>
            <a:srgbClr val="000000"/>
          </a:solidFill>
          <a:latin typeface="Arial" pitchFamily="0" charset="0"/>
          <a:ea typeface="Arial" pitchFamily="0" charset="0"/>
          <a:cs typeface="Arial" pitchFamily="0" charset="0"/>
        </a:defRPr>
      </a:lvl1pPr>
      <a:lvl2pPr algn="l" defTabSz="914400" fontAlgn="auto" hangingPunct="1">
        <a:lnSpc>
          <a:spcPct val="100000"/>
        </a:lnSpc>
        <a:spcBef>
          <a:spcPts val="0"/>
        </a:spcBef>
        <a:spcAft>
          <a:spcPts val="0"/>
        </a:spcAft>
        <a:buNone/>
        <a:defRPr sz="1400" b="0" i="0" u="none" strike="noStrike" cap="none">
          <a:solidFill>
            <a:srgbClr val="000000"/>
          </a:solidFill>
          <a:latin typeface="Arial" pitchFamily="0" charset="0"/>
          <a:ea typeface="Arial" pitchFamily="0" charset="0"/>
          <a:cs typeface="Arial" pitchFamily="0" charset="0"/>
        </a:defRPr>
      </a:lvl2pPr>
      <a:lvl3pPr algn="l" defTabSz="914400" fontAlgn="auto" hangingPunct="1">
        <a:lnSpc>
          <a:spcPct val="100000"/>
        </a:lnSpc>
        <a:spcBef>
          <a:spcPts val="0"/>
        </a:spcBef>
        <a:spcAft>
          <a:spcPts val="0"/>
        </a:spcAft>
        <a:buNone/>
        <a:defRPr sz="1400" b="0" i="0" u="none" strike="noStrike" cap="none">
          <a:solidFill>
            <a:srgbClr val="000000"/>
          </a:solidFill>
          <a:latin typeface="Arial" pitchFamily="0" charset="0"/>
          <a:ea typeface="Arial" pitchFamily="0" charset="0"/>
          <a:cs typeface="Arial" pitchFamily="0" charset="0"/>
        </a:defRPr>
      </a:lvl3pPr>
      <a:lvl4pPr algn="l" defTabSz="914400" fontAlgn="auto" hangingPunct="1">
        <a:lnSpc>
          <a:spcPct val="100000"/>
        </a:lnSpc>
        <a:spcBef>
          <a:spcPts val="0"/>
        </a:spcBef>
        <a:spcAft>
          <a:spcPts val="0"/>
        </a:spcAft>
        <a:buNone/>
        <a:defRPr sz="1400" b="0" i="0" u="none" strike="noStrike" cap="none">
          <a:solidFill>
            <a:srgbClr val="000000"/>
          </a:solidFill>
          <a:latin typeface="Arial" pitchFamily="0" charset="0"/>
          <a:ea typeface="Arial" pitchFamily="0" charset="0"/>
          <a:cs typeface="Arial" pitchFamily="0" charset="0"/>
        </a:defRPr>
      </a:lvl4pPr>
      <a:lvl5pPr algn="l" defTabSz="914400" fontAlgn="auto" hangingPunct="1">
        <a:lnSpc>
          <a:spcPct val="100000"/>
        </a:lnSpc>
        <a:spcBef>
          <a:spcPts val="0"/>
        </a:spcBef>
        <a:spcAft>
          <a:spcPts val="0"/>
        </a:spcAft>
        <a:buNone/>
        <a:defRPr sz="1400" b="0" i="0" u="none" strike="noStrike" cap="none">
          <a:solidFill>
            <a:srgbClr val="000000"/>
          </a:solidFill>
          <a:latin typeface="Arial" pitchFamily="0" charset="0"/>
          <a:ea typeface="Arial" pitchFamily="0" charset="0"/>
          <a:cs typeface="Arial" pitchFamily="0" charset="0"/>
        </a:defRPr>
      </a:lvl5pPr>
      <a:lvl6pPr algn="l" defTabSz="914400" fontAlgn="auto" hangingPunct="1">
        <a:lnSpc>
          <a:spcPct val="100000"/>
        </a:lnSpc>
        <a:spcBef>
          <a:spcPts val="0"/>
        </a:spcBef>
        <a:spcAft>
          <a:spcPts val="0"/>
        </a:spcAft>
        <a:buNone/>
        <a:defRPr sz="1400" b="0" i="0" u="none" strike="noStrike" cap="none">
          <a:solidFill>
            <a:srgbClr val="000000"/>
          </a:solidFill>
          <a:latin typeface="Arial" pitchFamily="0" charset="0"/>
          <a:ea typeface="Arial" pitchFamily="0" charset="0"/>
          <a:cs typeface="Arial" pitchFamily="0" charset="0"/>
        </a:defRPr>
      </a:lvl6pPr>
      <a:lvl7pPr algn="l" defTabSz="914400" fontAlgn="auto" hangingPunct="1">
        <a:lnSpc>
          <a:spcPct val="100000"/>
        </a:lnSpc>
        <a:spcBef>
          <a:spcPts val="0"/>
        </a:spcBef>
        <a:spcAft>
          <a:spcPts val="0"/>
        </a:spcAft>
        <a:buNone/>
        <a:defRPr sz="1400" b="0" i="0" u="none" strike="noStrike" cap="none">
          <a:solidFill>
            <a:srgbClr val="000000"/>
          </a:solidFill>
          <a:latin typeface="Arial" pitchFamily="0" charset="0"/>
          <a:ea typeface="Arial" pitchFamily="0" charset="0"/>
          <a:cs typeface="Arial" pitchFamily="0" charset="0"/>
        </a:defRPr>
      </a:lvl7pPr>
      <a:lvl8pPr algn="l" defTabSz="914400" fontAlgn="auto" hangingPunct="1">
        <a:lnSpc>
          <a:spcPct val="100000"/>
        </a:lnSpc>
        <a:spcBef>
          <a:spcPts val="0"/>
        </a:spcBef>
        <a:spcAft>
          <a:spcPts val="0"/>
        </a:spcAft>
        <a:buNone/>
        <a:defRPr sz="1400" b="0" i="0" u="none" strike="noStrike" cap="none">
          <a:solidFill>
            <a:srgbClr val="000000"/>
          </a:solidFill>
          <a:latin typeface="Arial" pitchFamily="0" charset="0"/>
          <a:ea typeface="Arial" pitchFamily="0" charset="0"/>
          <a:cs typeface="Arial" pitchFamily="0" charset="0"/>
        </a:defRPr>
      </a:lvl8pPr>
      <a:lvl9pPr algn="l" defTabSz="914400" fontAlgn="auto" hangingPunct="1">
        <a:lnSpc>
          <a:spcPct val="100000"/>
        </a:lnSpc>
        <a:spcBef>
          <a:spcPts val="0"/>
        </a:spcBef>
        <a:spcAft>
          <a:spcPts val="0"/>
        </a:spcAft>
        <a:buNone/>
        <a:defRPr sz="1400" b="0" i="0" u="none" strike="noStrike" cap="none">
          <a:solidFill>
            <a:srgbClr val="000000"/>
          </a:solidFill>
          <a:latin typeface="Arial" pitchFamily="0" charset="0"/>
          <a:ea typeface="Arial" pitchFamily="0" charset="0"/>
          <a:cs typeface="Arial" pitchFamily="0" charset="0"/>
        </a:defRPr>
      </a:lvl9pPr>
    </p:body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1.png"/><Relationship Id="rId4" Type="http://schemas.openxmlformats.org/officeDocument/2006/relationships/image" Target="../media/2.jpeg"/></Relationships>
</file>

<file path=ppt/slides/_rels/slide2.xml.rels><?xml version="1.0" encoding="UTF-8" standalone="yes"?>
<Relationships xmlns="http://schemas.openxmlformats.org/package/2006/relationships"><Relationship Id="rId1" Type="http://schemas.openxmlformats.org/officeDocument/2006/relationships/image" Target="../media/1.png"/><Relationship Id="rId2" Type="http://schemas.openxmlformats.org/officeDocument/2006/relationships/image" Target="../media/2.jpeg"/><Relationship Id="rId3" Type="http://schemas.openxmlformats.org/officeDocument/2006/relationships/slideLayout" Target="../slideLayouts/slideLayout24.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1.png"/><Relationship Id="rId2" Type="http://schemas.openxmlformats.org/officeDocument/2006/relationships/image" Target="../media/2.jpeg"/><Relationship Id="rId3" Type="http://schemas.openxmlformats.org/officeDocument/2006/relationships/slideLayout" Target="../slideLayouts/slideLayout24.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1.png"/><Relationship Id="rId2" Type="http://schemas.openxmlformats.org/officeDocument/2006/relationships/image" Target="../media/2.jpeg"/><Relationship Id="rId3" Type="http://schemas.openxmlformats.org/officeDocument/2006/relationships/image" Target="../media/3.jpg"/><Relationship Id="rId4" Type="http://schemas.openxmlformats.org/officeDocument/2006/relationships/slideLayout" Target="../slideLayouts/slideLayout24.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1.png"/><Relationship Id="rId2" Type="http://schemas.openxmlformats.org/officeDocument/2006/relationships/image" Target="../media/2.jpeg"/><Relationship Id="rId3" Type="http://schemas.openxmlformats.org/officeDocument/2006/relationships/slideLayout" Target="../slideLayouts/slideLayout24.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1.png"/><Relationship Id="rId2" Type="http://schemas.openxmlformats.org/officeDocument/2006/relationships/image" Target="../media/2.jpeg"/><Relationship Id="rId3" Type="http://schemas.openxmlformats.org/officeDocument/2006/relationships/slideLayout" Target="../slideLayouts/slideLayout24.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1.png"/><Relationship Id="rId2" Type="http://schemas.openxmlformats.org/officeDocument/2006/relationships/image" Target="../media/2.jpeg"/><Relationship Id="rId3" Type="http://schemas.openxmlformats.org/officeDocument/2006/relationships/slideLayout" Target="../slideLayouts/slideLayout24.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1.png"/><Relationship Id="rId2" Type="http://schemas.openxmlformats.org/officeDocument/2006/relationships/image" Target="../media/2.jpeg"/><Relationship Id="rId3" Type="http://schemas.openxmlformats.org/officeDocument/2006/relationships/slideLayout" Target="../slideLayouts/slideLayout24.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4.jpg"/><Relationship Id="rId2" Type="http://schemas.openxmlformats.org/officeDocument/2006/relationships/slideLayout" Target="../slideLayouts/slideLayout24.xml"/><Relationship Id="rId3"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1" name="Shape 91"/>
        <p:cNvGrpSpPr/>
        <p:nvPr/>
      </p:nvGrpSpPr>
      <p:grpSpPr>
        <a:xfrm>
          <a:off x="0" y="0"/>
          <a:ext cx="0" cy="0"/>
          <a:chOff x="0" y="0"/>
          <a:chExt cx="0" cy="0"/>
        </a:xfrm>
      </p:grpSpPr>
      <p:sp>
        <p:nvSpPr>
          <p:cNvPr id="92" name="Google Shape;92;p1"/>
          <p:cNvSpPr/>
          <p:nvPr/>
        </p:nvSpPr>
        <p:spPr>
          <a:xfrm>
            <a:off x="1679575" y="-1684338"/>
            <a:ext cx="3543300" cy="35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93" name="Google Shape;93;p1"/>
          <p:cNvPicPr preferRelativeResize="0"/>
          <p:nvPr/>
        </p:nvPicPr>
        <p:blipFill rotWithShape="1">
          <a:blip r:embed="rId3">
            <a:alphaModFix/>
          </a:blip>
          <a:srcRect b="0" l="0" r="0" t="0"/>
          <a:stretch/>
        </p:blipFill>
        <p:spPr>
          <a:xfrm>
            <a:off x="831850" y="300038"/>
            <a:ext cx="1066800" cy="1057275"/>
          </a:xfrm>
          <a:prstGeom prst="rect">
            <a:avLst/>
          </a:prstGeom>
          <a:noFill/>
          <a:ln>
            <a:noFill/>
          </a:ln>
        </p:spPr>
      </p:pic>
      <p:sp>
        <p:nvSpPr>
          <p:cNvPr id="94" name="Google Shape;94;p1"/>
          <p:cNvSpPr/>
          <p:nvPr/>
        </p:nvSpPr>
        <p:spPr>
          <a:xfrm>
            <a:off x="2029618" y="414338"/>
            <a:ext cx="8437500" cy="3014700"/>
          </a:xfrm>
          <a:prstGeom prst="rect">
            <a:avLst/>
          </a:prstGeom>
          <a:noFill/>
          <a:ln>
            <a:noFill/>
          </a:ln>
        </p:spPr>
        <p:txBody>
          <a:bodyPr anchorCtr="0" anchor="t" bIns="45000" lIns="90000" spcFirstLastPara="1" rIns="90000" wrap="square" tIns="45000">
            <a:noAutofit/>
          </a:bodyPr>
          <a:lstStyle/>
          <a:p>
            <a:pPr indent="0" lvl="0" marL="0" marR="0" rtl="0" algn="ctr">
              <a:lnSpc>
                <a:spcPct val="150000"/>
              </a:lnSpc>
              <a:spcBef>
                <a:spcPts val="0"/>
              </a:spcBef>
              <a:spcAft>
                <a:spcPts val="0"/>
              </a:spcAft>
              <a:buClr>
                <a:srgbClr val="0070C0"/>
              </a:buClr>
              <a:buSzPts val="2000"/>
              <a:buFont typeface="Times New Roman"/>
              <a:buNone/>
            </a:pPr>
            <a:r>
              <a:rPr b="1" i="0" lang="en-US" sz="2000" u="none" cap="none" strike="noStrike">
                <a:solidFill>
                  <a:srgbClr val="0070C0"/>
                </a:solidFill>
                <a:latin typeface="Times New Roman"/>
                <a:ea typeface="Times New Roman"/>
                <a:cs typeface="Times New Roman"/>
                <a:sym typeface="Times New Roman"/>
              </a:rPr>
              <a:t>K. RAMAKRISHNAN COLLEGE OF ENGINEERING</a:t>
            </a:r>
            <a:endParaRPr b="0" i="0" sz="1400" u="none" cap="none" strike="noStrike">
              <a:solidFill>
                <a:srgbClr val="0070C0"/>
              </a:solidFill>
              <a:latin typeface="Times New Roman"/>
              <a:ea typeface="Times New Roman"/>
              <a:cs typeface="Times New Roman"/>
              <a:sym typeface="Times New Roman"/>
            </a:endParaRPr>
          </a:p>
          <a:p>
            <a:pPr indent="0" lvl="0" marL="0" marR="0" rtl="0" algn="ctr">
              <a:lnSpc>
                <a:spcPct val="150000"/>
              </a:lnSpc>
              <a:spcBef>
                <a:spcPts val="0"/>
              </a:spcBef>
              <a:spcAft>
                <a:spcPts val="0"/>
              </a:spcAft>
              <a:buClr>
                <a:srgbClr val="0070C0"/>
              </a:buClr>
              <a:buSzPts val="2000"/>
              <a:buFont typeface="Times New Roman"/>
              <a:buNone/>
            </a:pPr>
            <a:r>
              <a:rPr b="1" i="0" lang="en-US" sz="2000" u="none" cap="none" strike="noStrike">
                <a:solidFill>
                  <a:srgbClr val="0070C0"/>
                </a:solidFill>
                <a:latin typeface="Times New Roman"/>
                <a:ea typeface="Times New Roman"/>
                <a:cs typeface="Times New Roman"/>
                <a:sym typeface="Times New Roman"/>
              </a:rPr>
              <a:t>(AUTONOMOUS), SAMAYAPURAM</a:t>
            </a:r>
            <a:endParaRPr b="1" i="0" sz="2000" u="none" cap="none" strike="noStrike">
              <a:solidFill>
                <a:srgbClr val="0070C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000"/>
              <a:buFont typeface="Arial"/>
              <a:buNone/>
            </a:pPr>
            <a:r>
              <a:rPr b="1" lang="en-US" sz="2000">
                <a:solidFill>
                  <a:srgbClr val="FF0066"/>
                </a:solidFill>
                <a:latin typeface="Times New Roman"/>
                <a:ea typeface="Times New Roman"/>
                <a:cs typeface="Times New Roman"/>
                <a:sym typeface="Times New Roman"/>
              </a:rPr>
              <a:t>Mr. K. SWAMINATHAN, M.E., MBA.,(Ph.D).,</a:t>
            </a:r>
            <a:endParaRPr b="1" sz="2000">
              <a:solidFill>
                <a:srgbClr val="FF0066"/>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000"/>
              <a:buFont typeface="Arial"/>
              <a:buNone/>
            </a:pPr>
            <a:r>
              <a:rPr b="1" lang="en-US" sz="2000">
                <a:solidFill>
                  <a:srgbClr val="FF0066"/>
                </a:solidFill>
                <a:latin typeface="Times New Roman"/>
                <a:ea typeface="Times New Roman"/>
                <a:cs typeface="Times New Roman"/>
                <a:sym typeface="Times New Roman"/>
              </a:rPr>
              <a:t>Asst.Professor/CSE</a:t>
            </a:r>
            <a:endParaRPr b="1" sz="2000">
              <a:solidFill>
                <a:srgbClr val="FF0066"/>
              </a:solidFill>
              <a:latin typeface="Times New Roman"/>
              <a:ea typeface="Times New Roman"/>
              <a:cs typeface="Times New Roman"/>
              <a:sym typeface="Times New Roman"/>
            </a:endParaRPr>
          </a:p>
        </p:txBody>
      </p:sp>
      <p:pic>
        <p:nvPicPr>
          <p:cNvPr descr="KRCE Tiruchirappalli : Admission 2024, Courses, Fees, Placement, Cut Off" id="95" name="Google Shape;95;p1"/>
          <p:cNvPicPr preferRelativeResize="0"/>
          <p:nvPr/>
        </p:nvPicPr>
        <p:blipFill rotWithShape="1">
          <a:blip r:embed="rId4">
            <a:alphaModFix/>
          </a:blip>
          <a:srcRect b="0" l="0" r="0" t="0"/>
          <a:stretch/>
        </p:blipFill>
        <p:spPr>
          <a:xfrm>
            <a:off x="10344149" y="260350"/>
            <a:ext cx="1219200" cy="1181100"/>
          </a:xfrm>
          <a:prstGeom prst="rect">
            <a:avLst/>
          </a:prstGeom>
          <a:noFill/>
          <a:ln>
            <a:noFill/>
          </a:ln>
        </p:spPr>
      </p:pic>
      <p:sp>
        <p:nvSpPr>
          <p:cNvPr id="96" name="Google Shape;96;p1"/>
          <p:cNvSpPr/>
          <p:nvPr/>
        </p:nvSpPr>
        <p:spPr>
          <a:xfrm>
            <a:off x="862408" y="2802118"/>
            <a:ext cx="9838500" cy="6915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FF0000"/>
              </a:buClr>
              <a:buSzPts val="4000"/>
              <a:buFont typeface="Times New Roman"/>
              <a:buNone/>
            </a:pPr>
            <a:r>
              <a:rPr b="1" i="0" lang="en-US" sz="4000" u="none" cap="none" strike="noStrike">
                <a:solidFill>
                  <a:srgbClr val="FF0000"/>
                </a:solidFill>
                <a:latin typeface="Times New Roman"/>
                <a:ea typeface="Times New Roman"/>
                <a:cs typeface="Times New Roman"/>
                <a:sym typeface="Times New Roman"/>
              </a:rPr>
              <a:t>DISASTER MANAGEMENT SYSTEM</a:t>
            </a:r>
            <a:endParaRPr b="1" i="0" sz="4000" u="none" cap="none" strike="noStrike">
              <a:solidFill>
                <a:srgbClr val="FF0000"/>
              </a:solidFill>
              <a:latin typeface="Times New Roman"/>
              <a:ea typeface="Times New Roman"/>
              <a:cs typeface="Times New Roman"/>
              <a:sym typeface="Times New Roman"/>
            </a:endParaRPr>
          </a:p>
        </p:txBody>
      </p:sp>
      <p:sp>
        <p:nvSpPr>
          <p:cNvPr id="97" name="Google Shape;97;p1"/>
          <p:cNvSpPr txBox="1"/>
          <p:nvPr>
            <p:ph idx="10" type="dt"/>
          </p:nvPr>
        </p:nvSpPr>
        <p:spPr>
          <a:xfrm>
            <a:off x="608012" y="6352317"/>
            <a:ext cx="2843100" cy="3636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8B8B8B"/>
              </a:buClr>
              <a:buSzPts val="1200"/>
              <a:buFont typeface="Calibri"/>
              <a:buNone/>
            </a:pPr>
            <a:r>
              <a:rPr b="0" i="0" lang="en-US" sz="1200" u="none" cap="none" strike="noStrike">
                <a:solidFill>
                  <a:srgbClr val="8B8B8B"/>
                </a:solidFill>
                <a:latin typeface="Calibri"/>
                <a:ea typeface="Calibri"/>
                <a:cs typeface="Calibri"/>
                <a:sym typeface="Calibri"/>
              </a:rPr>
              <a:t>2/6/2025</a:t>
            </a:r>
            <a:endParaRPr b="0" i="0" sz="1200" u="none" cap="none" strike="noStrike">
              <a:solidFill>
                <a:srgbClr val="8B8B8B"/>
              </a:solidFill>
              <a:latin typeface="Calibri"/>
              <a:ea typeface="Calibri"/>
              <a:cs typeface="Calibri"/>
              <a:sym typeface="Calibri"/>
            </a:endParaRPr>
          </a:p>
        </p:txBody>
      </p:sp>
      <p:sp>
        <p:nvSpPr>
          <p:cNvPr id="98" name="Google Shape;98;p1"/>
          <p:cNvSpPr/>
          <p:nvPr/>
        </p:nvSpPr>
        <p:spPr>
          <a:xfrm>
            <a:off x="377685" y="3582987"/>
            <a:ext cx="11185800" cy="3132900"/>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just">
              <a:lnSpc>
                <a:spcPct val="150000"/>
              </a:lnSpc>
              <a:spcBef>
                <a:spcPts val="0"/>
              </a:spcBef>
              <a:spcAft>
                <a:spcPts val="0"/>
              </a:spcAft>
              <a:buClr>
                <a:srgbClr val="002060"/>
              </a:buClr>
              <a:buSzPts val="2400"/>
              <a:buFont typeface="Times New Roman"/>
              <a:buNone/>
            </a:pPr>
            <a:r>
              <a:rPr b="1" i="0" lang="en-US" sz="2400" u="none" cap="none" strike="noStrike">
                <a:solidFill>
                  <a:srgbClr val="002060"/>
                </a:solidFill>
                <a:latin typeface="Times New Roman"/>
                <a:ea typeface="Times New Roman"/>
                <a:cs typeface="Times New Roman"/>
                <a:sym typeface="Times New Roman"/>
              </a:rPr>
              <a:t>   </a:t>
            </a:r>
            <a:r>
              <a:rPr b="1" i="0" lang="en-US" sz="2400" u="none" cap="none" strike="noStrike">
                <a:solidFill>
                  <a:srgbClr val="262626"/>
                </a:solidFill>
                <a:latin typeface="Times New Roman"/>
                <a:ea typeface="Times New Roman"/>
                <a:cs typeface="Times New Roman"/>
                <a:sym typeface="Times New Roman"/>
              </a:rPr>
              <a:t>Presented By,</a:t>
            </a:r>
            <a:endParaRPr b="1" i="0" sz="2400" u="none" cap="none" strike="noStrike">
              <a:solidFill>
                <a:srgbClr val="262626"/>
              </a:solidFill>
              <a:latin typeface="Times New Roman"/>
              <a:ea typeface="Times New Roman"/>
              <a:cs typeface="Times New Roman"/>
              <a:sym typeface="Times New Roman"/>
            </a:endParaRPr>
          </a:p>
          <a:p>
            <a:pPr indent="0" lvl="0" marL="0" marR="0" rtl="0" algn="just">
              <a:lnSpc>
                <a:spcPct val="150000"/>
              </a:lnSpc>
              <a:spcBef>
                <a:spcPts val="0"/>
              </a:spcBef>
              <a:spcAft>
                <a:spcPts val="0"/>
              </a:spcAft>
              <a:buClr>
                <a:srgbClr val="002060"/>
              </a:buClr>
              <a:buSzPts val="2400"/>
              <a:buFont typeface="Times New Roman"/>
              <a:buNone/>
            </a:pPr>
            <a:r>
              <a:rPr b="1" i="0" lang="en-US" sz="2400" u="none" cap="none" strike="noStrike">
                <a:solidFill>
                  <a:srgbClr val="002060"/>
                </a:solidFill>
                <a:latin typeface="Times New Roman"/>
                <a:ea typeface="Times New Roman"/>
                <a:cs typeface="Times New Roman"/>
                <a:sym typeface="Times New Roman"/>
              </a:rPr>
              <a:t>                                  NAME                 :  NIDARSHAN M K</a:t>
            </a:r>
            <a:endParaRPr b="1" i="0" sz="2400" u="none" cap="none" strike="noStrike">
              <a:solidFill>
                <a:srgbClr val="002060"/>
              </a:solidFill>
              <a:latin typeface="Times New Roman"/>
              <a:ea typeface="Times New Roman"/>
              <a:cs typeface="Times New Roman"/>
              <a:sym typeface="Times New Roman"/>
            </a:endParaRPr>
          </a:p>
          <a:p>
            <a:pPr indent="0" lvl="0" marL="0" marR="0" rtl="0" algn="just">
              <a:lnSpc>
                <a:spcPct val="150000"/>
              </a:lnSpc>
              <a:spcBef>
                <a:spcPts val="0"/>
              </a:spcBef>
              <a:spcAft>
                <a:spcPts val="0"/>
              </a:spcAft>
              <a:buClr>
                <a:srgbClr val="002060"/>
              </a:buClr>
              <a:buSzPts val="2400"/>
              <a:buFont typeface="Times New Roman"/>
              <a:buNone/>
            </a:pPr>
            <a:r>
              <a:rPr b="1" i="0" lang="en-US" sz="2400" u="none" cap="none" strike="noStrike">
                <a:solidFill>
                  <a:srgbClr val="002060"/>
                </a:solidFill>
                <a:latin typeface="Times New Roman"/>
                <a:ea typeface="Times New Roman"/>
                <a:cs typeface="Times New Roman"/>
                <a:sym typeface="Times New Roman"/>
              </a:rPr>
              <a:t>                                  REGISTER NO  :  8115U24EE040</a:t>
            </a:r>
            <a:endParaRPr b="1" i="0" sz="2400" u="none" cap="none" strike="noStrike">
              <a:solidFill>
                <a:srgbClr val="002060"/>
              </a:solidFill>
              <a:latin typeface="Times New Roman"/>
              <a:ea typeface="Times New Roman"/>
              <a:cs typeface="Times New Roman"/>
              <a:sym typeface="Times New Roman"/>
            </a:endParaRPr>
          </a:p>
          <a:p>
            <a:pPr indent="0" lvl="0" marL="0" marR="0" rtl="0" algn="just">
              <a:lnSpc>
                <a:spcPct val="150000"/>
              </a:lnSpc>
              <a:spcBef>
                <a:spcPts val="0"/>
              </a:spcBef>
              <a:spcAft>
                <a:spcPts val="0"/>
              </a:spcAft>
              <a:buClr>
                <a:srgbClr val="002060"/>
              </a:buClr>
              <a:buSzPts val="2400"/>
              <a:buFont typeface="Times New Roman"/>
              <a:buNone/>
            </a:pPr>
            <a:r>
              <a:rPr b="1" i="0" lang="en-US" sz="2400" u="none" cap="none" strike="noStrike">
                <a:solidFill>
                  <a:srgbClr val="002060"/>
                </a:solidFill>
                <a:latin typeface="Times New Roman"/>
                <a:ea typeface="Times New Roman"/>
                <a:cs typeface="Times New Roman"/>
                <a:sym typeface="Times New Roman"/>
              </a:rPr>
              <a:t>                                  ROLL NO            :  EE2440</a:t>
            </a:r>
            <a:endParaRPr b="1" i="0" sz="2400" u="none" cap="none" strike="noStrike">
              <a:solidFill>
                <a:srgbClr val="002060"/>
              </a:solidFill>
              <a:latin typeface="Times New Roman"/>
              <a:ea typeface="Times New Roman"/>
              <a:cs typeface="Times New Roman"/>
              <a:sym typeface="Times New Roman"/>
            </a:endParaRPr>
          </a:p>
          <a:p>
            <a:pPr indent="0" lvl="0" marL="0" marR="0" rtl="0" algn="just">
              <a:lnSpc>
                <a:spcPct val="150000"/>
              </a:lnSpc>
              <a:spcBef>
                <a:spcPts val="0"/>
              </a:spcBef>
              <a:spcAft>
                <a:spcPts val="0"/>
              </a:spcAft>
              <a:buClr>
                <a:srgbClr val="002060"/>
              </a:buClr>
              <a:buSzPts val="2400"/>
              <a:buFont typeface="Times New Roman"/>
              <a:buNone/>
            </a:pPr>
            <a:r>
              <a:rPr b="1" i="0" lang="en-US" sz="2400" u="none" cap="none" strike="noStrike">
                <a:solidFill>
                  <a:srgbClr val="002060"/>
                </a:solidFill>
                <a:latin typeface="Times New Roman"/>
                <a:ea typeface="Times New Roman"/>
                <a:cs typeface="Times New Roman"/>
                <a:sym typeface="Times New Roman"/>
              </a:rPr>
              <a:t>                                  YEAR                   :   II</a:t>
            </a:r>
            <a:endParaRPr b="1" i="0" sz="2400" u="none" cap="none" strike="noStrike">
              <a:solidFill>
                <a:srgbClr val="002060"/>
              </a:solidFill>
              <a:latin typeface="Times New Roman"/>
              <a:ea typeface="Times New Roman"/>
              <a:cs typeface="Times New Roman"/>
              <a:sym typeface="Times New Roman"/>
            </a:endParaRPr>
          </a:p>
          <a:p>
            <a:pPr indent="0" lvl="0" marL="0" marR="0" rtl="0" algn="ctr">
              <a:lnSpc>
                <a:spcPct val="150000"/>
              </a:lnSpc>
              <a:spcBef>
                <a:spcPts val="365"/>
              </a:spcBef>
              <a:spcAft>
                <a:spcPts val="0"/>
              </a:spcAft>
              <a:buClr>
                <a:srgbClr val="002060"/>
              </a:buClr>
              <a:buSzPts val="2400"/>
              <a:buFont typeface="Times New Roman"/>
              <a:buNone/>
            </a:pPr>
            <a:r>
              <a:rPr b="1" i="0" lang="en-US" sz="2400" u="none" cap="none" strike="noStrike">
                <a:solidFill>
                  <a:srgbClr val="002060"/>
                </a:solidFill>
                <a:latin typeface="Times New Roman"/>
                <a:ea typeface="Times New Roman"/>
                <a:cs typeface="Times New Roman"/>
                <a:sym typeface="Times New Roman"/>
              </a:rPr>
              <a:t>					</a:t>
            </a:r>
            <a:endParaRPr b="0" i="0" sz="2400" u="none" cap="none" strike="noStrike">
              <a:solidFill>
                <a:srgbClr val="000000"/>
              </a:solidFill>
              <a:latin typeface="Times New Roman"/>
              <a:ea typeface="Times New Roman"/>
              <a:cs typeface="Times New Roman"/>
              <a:sym typeface="Times New Roman"/>
            </a:endParaRPr>
          </a:p>
          <a:p>
            <a:pPr indent="0" lvl="0" marL="0" marR="0" rtl="0" algn="ctr">
              <a:lnSpc>
                <a:spcPct val="150000"/>
              </a:lnSpc>
              <a:spcBef>
                <a:spcPts val="365"/>
              </a:spcBef>
              <a:spcAft>
                <a:spcPts val="0"/>
              </a:spcAft>
              <a:buClr>
                <a:srgbClr val="000000"/>
              </a:buClr>
              <a:buSzPts val="2400"/>
              <a:buFont typeface="Arial"/>
              <a:buNone/>
            </a:pPr>
            <a:r>
              <a:t/>
            </a:r>
            <a:endParaRPr b="1" i="0" sz="2400" u="none" cap="none" strike="noStrike">
              <a:solidFill>
                <a:srgbClr val="002060"/>
              </a:solidFill>
              <a:latin typeface="Times New Roman"/>
              <a:ea typeface="Times New Roman"/>
              <a:cs typeface="Times New Roman"/>
              <a:sym typeface="Times New Roman"/>
            </a:endParaRPr>
          </a:p>
          <a:p>
            <a:pPr indent="0" lvl="0" marL="0" marR="0" rtl="0" algn="ctr">
              <a:lnSpc>
                <a:spcPct val="150000"/>
              </a:lnSpc>
              <a:spcBef>
                <a:spcPts val="365"/>
              </a:spcBef>
              <a:spcAft>
                <a:spcPts val="0"/>
              </a:spcAft>
              <a:buClr>
                <a:srgbClr val="000000"/>
              </a:buClr>
              <a:buSzPts val="2400"/>
              <a:buFont typeface="Arial"/>
              <a:buNone/>
            </a:pPr>
            <a:r>
              <a:t/>
            </a:r>
            <a:endParaRPr b="1" i="0" sz="2400" u="none" cap="none" strike="noStrike">
              <a:solidFill>
                <a:srgbClr val="FF0000"/>
              </a:solidFill>
              <a:latin typeface="Times New Roman"/>
              <a:ea typeface="Times New Roman"/>
              <a:cs typeface="Times New Roman"/>
              <a:sym typeface="Times New Roman"/>
            </a:endParaRPr>
          </a:p>
          <a:p>
            <a:pPr indent="0" lvl="0" marL="0" marR="0" rtl="0" algn="r">
              <a:lnSpc>
                <a:spcPct val="150000"/>
              </a:lnSpc>
              <a:spcBef>
                <a:spcPts val="365"/>
              </a:spcBef>
              <a:spcAft>
                <a:spcPts val="0"/>
              </a:spcAft>
              <a:buClr>
                <a:srgbClr val="000000"/>
              </a:buClr>
              <a:buSzPts val="2400"/>
              <a:buFont typeface="Arial"/>
              <a:buNone/>
            </a:pPr>
            <a:r>
              <a:t/>
            </a:r>
            <a:endParaRPr b="1" i="0" sz="2400" u="none" cap="none" strike="noStrike">
              <a:solidFill>
                <a:srgbClr val="FF0000"/>
              </a:solidFill>
              <a:latin typeface="Times New Roman"/>
              <a:ea typeface="Times New Roman"/>
              <a:cs typeface="Times New Roman"/>
              <a:sym typeface="Times New Roman"/>
            </a:endParaRPr>
          </a:p>
          <a:p>
            <a:pPr indent="0" lvl="0" marL="0" marR="0" rtl="0" algn="r">
              <a:lnSpc>
                <a:spcPct val="150000"/>
              </a:lnSpc>
              <a:spcBef>
                <a:spcPts val="365"/>
              </a:spcBef>
              <a:spcAft>
                <a:spcPts val="0"/>
              </a:spcAft>
              <a:buClr>
                <a:srgbClr val="000000"/>
              </a:buClr>
              <a:buSzPts val="2400"/>
              <a:buFont typeface="Arial"/>
              <a:buNone/>
            </a:pPr>
            <a:r>
              <a:t/>
            </a:r>
            <a:endParaRPr b="0" i="0" sz="2400" u="none" cap="none" strike="noStrike">
              <a:solidFill>
                <a:srgbClr val="8B8B8B"/>
              </a:solidFill>
              <a:latin typeface="Times New Roman"/>
              <a:ea typeface="Times New Roman"/>
              <a:cs typeface="Times New Roman"/>
              <a:sym typeface="Times New Roman"/>
            </a:endParaRPr>
          </a:p>
          <a:p>
            <a:pPr indent="0" lvl="0" marL="0" marR="0" rtl="0" algn="r">
              <a:lnSpc>
                <a:spcPct val="150000"/>
              </a:lnSpc>
              <a:spcBef>
                <a:spcPts val="365"/>
              </a:spcBef>
              <a:spcAft>
                <a:spcPts val="0"/>
              </a:spcAft>
              <a:buClr>
                <a:srgbClr val="000000"/>
              </a:buClr>
              <a:buSzPts val="2400"/>
              <a:buFont typeface="Arial"/>
              <a:buNone/>
            </a:pPr>
            <a:r>
              <a:t/>
            </a:r>
            <a:endParaRPr b="0" i="0" sz="2400" u="none" cap="none" strike="noStrike">
              <a:solidFill>
                <a:srgbClr val="8B8B8B"/>
              </a:solidFill>
              <a:latin typeface="Times New Roman"/>
              <a:ea typeface="Times New Roman"/>
              <a:cs typeface="Times New Roman"/>
              <a:sym typeface="Times New Roman"/>
            </a:endParaRPr>
          </a:p>
          <a:p>
            <a:pPr indent="0" lvl="0" marL="0" marR="0" rtl="0" algn="r">
              <a:lnSpc>
                <a:spcPct val="150000"/>
              </a:lnSpc>
              <a:spcBef>
                <a:spcPts val="365"/>
              </a:spcBef>
              <a:spcAft>
                <a:spcPts val="0"/>
              </a:spcAft>
              <a:buClr>
                <a:srgbClr val="000000"/>
              </a:buClr>
              <a:buSzPts val="2400"/>
              <a:buFont typeface="Arial"/>
              <a:buNone/>
            </a:pPr>
            <a:r>
              <a:t/>
            </a:r>
            <a:endParaRPr b="0" i="0" sz="2400" u="none" cap="none" strike="noStrike">
              <a:solidFill>
                <a:srgbClr val="8B8B8B"/>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p="http://schemas.openxmlformats.org/presentationml/2006/main" xmlns:r="http://schemas.openxmlformats.org/officeDocument/2006/relationships" xmlns:a="http://schemas.openxmlformats.org/drawingml/2006/main">
  <p:cSld>
    <p:bg>
      <p:bgPr>
        <a:solidFill>
          <a:srgbClr val="FFFFFF"/>
        </a:solidFill>
      </p:bgPr>
    </p:bg>
    <p:spTree>
      <p:nvGrpSpPr>
        <p:cNvPr id="1" name=""/>
        <p:cNvGrpSpPr/>
        <p:nvPr/>
      </p:nvGrpSpPr>
      <p:grpSpPr>
        <a:xfrm>
          <a:off x="0" y="0"/>
          <a:ext cx="0" cy="0"/>
          <a:chOff x="0" y="0"/>
          <a:chExt cx="0" cy="0"/>
        </a:xfrm>
      </p:grpSpPr>
      <p:sp>
        <p:nvSpPr>
          <p:cNvPr id="36" name="文本框"/>
          <p:cNvSpPr>
            <a:spLocks noGrp="1"/>
          </p:cNvSpPr>
          <p:nvPr>
            <p:ph type="title"/>
          </p:nvPr>
        </p:nvSpPr>
        <p:spPr>
          <a:xfrm rot="0">
            <a:off x="1981200" y="274638"/>
            <a:ext cx="8229600" cy="1143000"/>
          </a:xfrm>
          <a:prstGeom prst="rect"/>
          <a:noFill/>
          <a:ln w="12700" cmpd="sng" cap="flat">
            <a:noFill/>
            <a:prstDash val="solid"/>
            <a:round/>
          </a:ln>
        </p:spPr>
        <p:txBody>
          <a:bodyPr vert="horz" wrap="square" lIns="91425" tIns="45700" rIns="91425" bIns="45700" anchor="ctr" anchorCtr="0">
            <a:prstTxWarp prst="textNoShape"/>
          </a:bodyPr>
          <a:lstStyle/>
          <a:p>
            <a:pPr marL="0" indent="0" algn="ctr">
              <a:lnSpc>
                <a:spcPct val="100000"/>
              </a:lnSpc>
              <a:spcBef>
                <a:spcPts val="0"/>
              </a:spcBef>
              <a:spcAft>
                <a:spcPts val="0"/>
              </a:spcAft>
              <a:buNone/>
            </a:pPr>
            <a:r>
              <a:rPr lang="en-US" altLang="zh-CN" sz="3000" b="1" i="0" u="none" strike="noStrike" kern="0" cap="none" spc="0" baseline="0">
                <a:solidFill>
                  <a:srgbClr val="0070C0"/>
                </a:solidFill>
                <a:latin typeface="Times New Roman" pitchFamily="0" charset="0"/>
                <a:ea typeface="Arial" pitchFamily="0" charset="0"/>
                <a:cs typeface="Times New Roman" pitchFamily="0" charset="0"/>
                <a:sym typeface="Arial" pitchFamily="0" charset="0"/>
              </a:rPr>
              <a:t>PRESENTATION </a:t>
            </a:r>
            <a:r>
              <a:rPr lang="en-US" altLang="zh-CN" sz="3000" b="1" i="0" u="none" strike="noStrike" kern="0" cap="none" spc="0" baseline="0">
                <a:solidFill>
                  <a:srgbClr val="0070C0"/>
                </a:solidFill>
                <a:latin typeface="Times New Roman" pitchFamily="0" charset="0"/>
                <a:ea typeface="Arial" pitchFamily="0" charset="0"/>
                <a:cs typeface="Times New Roman" pitchFamily="0" charset="0"/>
                <a:sym typeface="Arial" pitchFamily="0" charset="0"/>
              </a:rPr>
              <a:t>OVERVIEW</a:t>
            </a:r>
            <a:endParaRPr lang="zh-CN" altLang="en-US" sz="3000" b="1" i="0" u="none" strike="noStrike" kern="0" cap="none" spc="0" baseline="0">
              <a:solidFill>
                <a:srgbClr val="0070C0"/>
              </a:solidFill>
              <a:latin typeface="Times New Roman" pitchFamily="0" charset="0"/>
              <a:ea typeface="Arial" pitchFamily="0" charset="0"/>
              <a:cs typeface="Times New Roman" pitchFamily="0" charset="0"/>
            </a:endParaRPr>
          </a:p>
        </p:txBody>
      </p:sp>
      <p:sp>
        <p:nvSpPr>
          <p:cNvPr id="37" name="矩形"/>
          <p:cNvSpPr>
            <a:spLocks/>
          </p:cNvSpPr>
          <p:nvPr/>
        </p:nvSpPr>
        <p:spPr>
          <a:xfrm rot="0">
            <a:off x="831850" y="1514475"/>
            <a:ext cx="9822898" cy="4695825"/>
          </a:xfrm>
          <a:prstGeom prst="rect"/>
          <a:noFill/>
          <a:ln w="12700" cmpd="sng" cap="flat">
            <a:noFill/>
            <a:prstDash val="solid"/>
            <a:round/>
          </a:ln>
        </p:spPr>
        <p:txBody>
          <a:bodyPr vert="horz" wrap="square" lIns="91425" tIns="45700" rIns="91425" bIns="45700" anchor="t" anchorCtr="0">
            <a:prstTxWarp prst="textNoShape"/>
          </a:bodyPr>
          <a:lstStyle/>
          <a:p>
            <a:pPr lvl="1" marL="798703" indent="-399161" algn="l">
              <a:lnSpc>
                <a:spcPts val="9249"/>
              </a:lnSpc>
              <a:spcBef>
                <a:spcPts val="0"/>
              </a:spcBef>
              <a:spcAft>
                <a:spcPts val="0"/>
              </a:spcAft>
              <a:buFont typeface="Arial" pitchFamily="0" charset="0"/>
              <a:buChar char="•"/>
            </a:pPr>
            <a:r>
              <a:rPr lang="en-US" altLang="zh-CN" sz="3700" b="1" i="0" u="none" strike="noStrike" kern="0" cap="none" spc="-1" baseline="0">
                <a:solidFill>
                  <a:srgbClr val="000000"/>
                </a:solidFill>
                <a:latin typeface="Times New Roman Bold" pitchFamily="0" charset="0"/>
                <a:ea typeface="Times New Roman Bold" pitchFamily="0" charset="0"/>
                <a:cs typeface="Arial" pitchFamily="0" charset="0"/>
                <a:sym typeface="Arial" pitchFamily="0" charset="0"/>
              </a:rPr>
              <a:t>Objective</a:t>
            </a:r>
            <a:endParaRPr lang="en-US" altLang="zh-CN" sz="3700" b="0" i="0" u="none" strike="noStrike" kern="0" cap="none" spc="-1" baseline="0">
              <a:solidFill>
                <a:srgbClr val="000000"/>
              </a:solidFill>
              <a:latin typeface="Arial" pitchFamily="0" charset="0"/>
              <a:ea typeface="Arial" pitchFamily="0" charset="0"/>
              <a:cs typeface="Arial" pitchFamily="0" charset="0"/>
              <a:sym typeface="Arial" pitchFamily="0" charset="0"/>
            </a:endParaRPr>
          </a:p>
          <a:p>
            <a:pPr lvl="1" marL="798703" indent="-399161" algn="l">
              <a:lnSpc>
                <a:spcPts val="9249"/>
              </a:lnSpc>
              <a:spcBef>
                <a:spcPts val="0"/>
              </a:spcBef>
              <a:spcAft>
                <a:spcPts val="0"/>
              </a:spcAft>
              <a:buFont typeface="Arial" pitchFamily="0" charset="0"/>
              <a:buChar char="•"/>
            </a:pPr>
            <a:r>
              <a:rPr lang="en-US" altLang="zh-CN" sz="3700" b="1" i="0" u="none" strike="noStrike" kern="0" cap="none" spc="-1" baseline="0">
                <a:solidFill>
                  <a:srgbClr val="000000"/>
                </a:solidFill>
                <a:latin typeface="Times New Roman Bold" pitchFamily="0" charset="0"/>
                <a:ea typeface="Times New Roman Bold" pitchFamily="0" charset="0"/>
                <a:cs typeface="Arial" pitchFamily="0" charset="0"/>
                <a:sym typeface="Arial" pitchFamily="0" charset="0"/>
              </a:rPr>
              <a:t>System Architecture (Flow Diagram)</a:t>
            </a:r>
            <a:endParaRPr lang="en-US" altLang="zh-CN" sz="3700" b="0" i="0" u="none" strike="noStrike" kern="0" cap="none" spc="-1" baseline="0">
              <a:solidFill>
                <a:srgbClr val="000000"/>
              </a:solidFill>
              <a:latin typeface="Arial" pitchFamily="0" charset="0"/>
              <a:ea typeface="Arial" pitchFamily="0" charset="0"/>
              <a:cs typeface="Arial" pitchFamily="0" charset="0"/>
              <a:sym typeface="Arial" pitchFamily="0" charset="0"/>
            </a:endParaRPr>
          </a:p>
          <a:p>
            <a:pPr lvl="1" marL="798703" indent="-399161" algn="l">
              <a:lnSpc>
                <a:spcPts val="9249"/>
              </a:lnSpc>
              <a:spcBef>
                <a:spcPts val="0"/>
              </a:spcBef>
              <a:spcAft>
                <a:spcPts val="0"/>
              </a:spcAft>
              <a:buFont typeface="Arial" pitchFamily="0" charset="0"/>
              <a:buChar char="•"/>
            </a:pPr>
            <a:r>
              <a:rPr lang="en-US" altLang="zh-CN" sz="3700" b="1" i="0" u="none" strike="noStrike" kern="0" cap="none" spc="-1" baseline="0">
                <a:solidFill>
                  <a:srgbClr val="000000"/>
                </a:solidFill>
                <a:latin typeface="Times New Roman Bold" pitchFamily="0" charset="0"/>
                <a:ea typeface="Times New Roman Bold" pitchFamily="0" charset="0"/>
                <a:cs typeface="Arial" pitchFamily="0" charset="0"/>
                <a:sym typeface="Arial" pitchFamily="0" charset="0"/>
              </a:rPr>
              <a:t>Technology Used</a:t>
            </a:r>
            <a:endParaRPr lang="en-US" altLang="zh-CN" sz="3700" b="0" i="0" u="none" strike="noStrike" kern="0" cap="none" spc="-1" baseline="0">
              <a:solidFill>
                <a:srgbClr val="000000"/>
              </a:solidFill>
              <a:latin typeface="Arial" pitchFamily="0" charset="0"/>
              <a:ea typeface="Arial" pitchFamily="0" charset="0"/>
              <a:cs typeface="Arial" pitchFamily="0" charset="0"/>
              <a:sym typeface="Arial" pitchFamily="0" charset="0"/>
            </a:endParaRPr>
          </a:p>
          <a:p>
            <a:pPr lvl="1" marL="798703" indent="-399161" algn="l">
              <a:lnSpc>
                <a:spcPts val="9249"/>
              </a:lnSpc>
              <a:spcBef>
                <a:spcPts val="0"/>
              </a:spcBef>
              <a:spcAft>
                <a:spcPts val="0"/>
              </a:spcAft>
              <a:buFont typeface="Arial" pitchFamily="0" charset="0"/>
              <a:buChar char="•"/>
            </a:pPr>
            <a:r>
              <a:rPr lang="en-US" altLang="zh-CN" sz="3700" b="1" i="0" u="none" strike="noStrike" kern="0" cap="none" spc="-1" baseline="0">
                <a:solidFill>
                  <a:srgbClr val="000000"/>
                </a:solidFill>
                <a:latin typeface="Times New Roman Bold" pitchFamily="0" charset="0"/>
                <a:ea typeface="Times New Roman Bold" pitchFamily="0" charset="0"/>
                <a:cs typeface="Arial" pitchFamily="0" charset="0"/>
                <a:sym typeface="Arial" pitchFamily="0" charset="0"/>
              </a:rPr>
              <a:t>Module </a:t>
            </a:r>
            <a:r>
              <a:rPr lang="en-US" altLang="zh-CN" sz="3700" b="1" i="0" u="none" strike="noStrike" kern="0" cap="none" spc="-1" baseline="0">
                <a:solidFill>
                  <a:srgbClr val="000000"/>
                </a:solidFill>
                <a:latin typeface="Times New Roman Bold" pitchFamily="0" charset="0"/>
                <a:ea typeface="Times New Roman Bold" pitchFamily="0" charset="0"/>
                <a:cs typeface="Arial" pitchFamily="0" charset="0"/>
                <a:sym typeface="Arial" pitchFamily="0" charset="0"/>
              </a:rPr>
              <a:t>Used</a:t>
            </a:r>
            <a:endParaRPr lang="zh-CN" altLang="en-US" sz="1800" b="1" i="0" u="none" strike="noStrike" kern="0" cap="none" spc="0" baseline="0">
              <a:solidFill>
                <a:srgbClr val="000000"/>
              </a:solidFill>
              <a:latin typeface="Times New Roman" pitchFamily="0" charset="0"/>
              <a:ea typeface="Arial" pitchFamily="0" charset="0"/>
              <a:cs typeface="Times New Roman" pitchFamily="0" charset="0"/>
              <a:sym typeface="Arial" pitchFamily="0" charset="0"/>
            </a:endParaRPr>
          </a:p>
        </p:txBody>
      </p:sp>
      <p:pic>
        <p:nvPicPr>
          <p:cNvPr id="38" name="图片"/>
          <p:cNvPicPr>
            <a:picLocks/>
          </p:cNvPicPr>
          <p:nvPr/>
        </p:nvPicPr>
        <p:blipFill>
          <a:blip r:embed="rId1" cstate="print"/>
          <a:stretch>
            <a:fillRect/>
          </a:stretch>
        </p:blipFill>
        <p:spPr>
          <a:xfrm rot="0">
            <a:off x="831850" y="214313"/>
            <a:ext cx="1066800" cy="1057275"/>
          </a:xfrm>
          <a:prstGeom prst="rect"/>
          <a:noFill/>
          <a:ln w="12700" cmpd="sng" cap="flat">
            <a:noFill/>
            <a:prstDash val="solid"/>
            <a:round/>
          </a:ln>
        </p:spPr>
      </p:pic>
      <p:pic>
        <p:nvPicPr>
          <p:cNvPr id="39" name="图片" descr="KRCE Tiruchirappalli : Admission 2024, Courses, Fees, Placement, Cut Off"/>
          <p:cNvPicPr>
            <a:picLocks/>
          </p:cNvPicPr>
          <p:nvPr/>
        </p:nvPicPr>
        <p:blipFill>
          <a:blip r:embed="rId2" cstate="print"/>
          <a:stretch>
            <a:fillRect/>
          </a:stretch>
        </p:blipFill>
        <p:spPr>
          <a:xfrm rot="0">
            <a:off x="10056813" y="333375"/>
            <a:ext cx="1219200" cy="1181100"/>
          </a:xfrm>
          <a:prstGeom prst="rect"/>
          <a:noFill/>
          <a:ln w="12700" cmpd="sng" cap="flat">
            <a:noFill/>
            <a:prstDash val="solid"/>
            <a:round/>
          </a:ln>
        </p:spPr>
      </p:pic>
      <p:sp>
        <p:nvSpPr>
          <p:cNvPr id="40" name="文本框"/>
          <p:cNvSpPr>
            <a:spLocks noGrp="1"/>
          </p:cNvSpPr>
          <p:nvPr>
            <p:ph type="dt" idx="10"/>
          </p:nvPr>
        </p:nvSpPr>
        <p:spPr>
          <a:xfrm rot="0">
            <a:off x="609600" y="6356349"/>
            <a:ext cx="2843213" cy="363536"/>
          </a:xfrm>
          <a:prstGeom prst="rect"/>
          <a:noFill/>
          <a:ln cmpd="sng" cap="flat">
            <a:noFill/>
            <a:prstDash val="solid"/>
            <a:miter/>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1200" b="0" i="0" u="none" strike="noStrike" kern="0" cap="none" spc="0" baseline="0">
                <a:solidFill>
                  <a:srgbClr val="8B8B8B"/>
                </a:solidFill>
                <a:latin typeface="Calibri" pitchFamily="0" charset="0"/>
                <a:ea typeface="Calibri" pitchFamily="0" charset="0"/>
                <a:cs typeface="Calibri" pitchFamily="0" charset="0"/>
                <a:sym typeface="Calibri" pitchFamily="0" charset="0"/>
              </a:rPr>
              <a:t>2/6/2025</a:t>
            </a:r>
            <a:endParaRPr lang="zh-CN" altLang="en-US" sz="1200" b="0" i="0" u="none" strike="noStrike" kern="0" cap="none" spc="0" baseline="0">
              <a:solidFill>
                <a:srgbClr val="8B8B8B"/>
              </a:solidFill>
              <a:latin typeface="Calibri" pitchFamily="0" charset="0"/>
              <a:ea typeface="Calibri" pitchFamily="0" charset="0"/>
              <a:cs typeface="Calibri" pitchFamily="0" charset="0"/>
              <a:sym typeface="Calibri" pitchFamily="0" charset="0"/>
            </a:endParaRPr>
          </a:p>
        </p:txBody>
      </p:sp>
    </p:spTree>
    <p:extLst>
      <p:ext uri="{BB962C8B-B14F-4D97-AF65-F5344CB8AC3E}">
        <p14:creationId xmlns:p14="http://schemas.microsoft.com/office/powerpoint/2010/main" val="1960737756"/>
      </p:ext>
    </p:extLst>
  </p:cSld>
  <p:clrMapOvr>
    <a:masterClrMapping/>
  </p:clrMapOvr>
</p:sld>
</file>

<file path=ppt/slides/slide3.xml><?xml version="1.0" encoding="utf-8"?>
<p:sld xmlns:p="http://schemas.openxmlformats.org/presentationml/2006/main" xmlns:r="http://schemas.openxmlformats.org/officeDocument/2006/relationships" xmlns:a="http://schemas.openxmlformats.org/drawingml/2006/main">
  <p:cSld>
    <p:bg>
      <p:bgPr>
        <a:solidFill>
          <a:srgbClr val="FFFFFF"/>
        </a:solidFill>
      </p:bgPr>
    </p:bg>
    <p:spTree>
      <p:nvGrpSpPr>
        <p:cNvPr id="1" name=""/>
        <p:cNvGrpSpPr/>
        <p:nvPr/>
      </p:nvGrpSpPr>
      <p:grpSpPr>
        <a:xfrm>
          <a:off x="0" y="0"/>
          <a:ext cx="0" cy="0"/>
          <a:chOff x="0" y="0"/>
          <a:chExt cx="0" cy="0"/>
        </a:xfrm>
      </p:grpSpPr>
      <p:sp>
        <p:nvSpPr>
          <p:cNvPr id="43" name="文本框"/>
          <p:cNvSpPr>
            <a:spLocks noGrp="1"/>
          </p:cNvSpPr>
          <p:nvPr>
            <p:ph type="title"/>
          </p:nvPr>
        </p:nvSpPr>
        <p:spPr>
          <a:xfrm rot="0">
            <a:off x="609600" y="274638"/>
            <a:ext cx="10971300" cy="1141500"/>
          </a:xfrm>
          <a:prstGeom prst="rect"/>
          <a:noFill/>
          <a:ln w="12700" cmpd="sng" cap="flat">
            <a:noFill/>
            <a:prstDash val="solid"/>
            <a:round/>
          </a:ln>
        </p:spPr>
        <p:txBody>
          <a:bodyPr vert="horz" wrap="square" lIns="91425" tIns="45700" rIns="91425" bIns="45700" anchor="ctr" anchorCtr="0">
            <a:prstTxWarp prst="textNoShape"/>
          </a:bodyPr>
          <a:lstStyle/>
          <a:p>
            <a:pPr marL="0" indent="0" algn="ctr">
              <a:lnSpc>
                <a:spcPct val="100000"/>
              </a:lnSpc>
              <a:spcBef>
                <a:spcPts val="0"/>
              </a:spcBef>
              <a:spcAft>
                <a:spcPts val="0"/>
              </a:spcAft>
              <a:buNone/>
            </a:pPr>
            <a:r>
              <a:rPr lang="en-US" altLang="zh-CN" sz="3000" b="1" i="0" u="none" strike="noStrike" kern="0" cap="none" spc="0" baseline="0">
                <a:solidFill>
                  <a:srgbClr val="0070C0"/>
                </a:solidFill>
                <a:latin typeface="Times New Roman" pitchFamily="0" charset="0"/>
                <a:ea typeface="Arial" pitchFamily="0" charset="0"/>
                <a:cs typeface="Times New Roman" pitchFamily="0" charset="0"/>
              </a:rPr>
              <a:t>OBJECTIVE</a:t>
            </a:r>
            <a:endParaRPr lang="zh-CN" altLang="en-US" sz="3000" b="1" i="0" u="none" strike="noStrike" kern="0" cap="none" spc="0" baseline="0">
              <a:solidFill>
                <a:srgbClr val="0070C0"/>
              </a:solidFill>
              <a:latin typeface="Times New Roman" pitchFamily="0" charset="0"/>
              <a:ea typeface="Arial" pitchFamily="0" charset="0"/>
              <a:cs typeface="Times New Roman" pitchFamily="0" charset="0"/>
            </a:endParaRPr>
          </a:p>
        </p:txBody>
      </p:sp>
      <p:sp>
        <p:nvSpPr>
          <p:cNvPr id="44" name="文本框"/>
          <p:cNvSpPr>
            <a:spLocks noGrp="1"/>
          </p:cNvSpPr>
          <p:nvPr>
            <p:ph type="body" idx="1"/>
          </p:nvPr>
        </p:nvSpPr>
        <p:spPr>
          <a:xfrm rot="0">
            <a:off x="873900" y="1514475"/>
            <a:ext cx="10444200" cy="4524298"/>
          </a:xfrm>
          <a:prstGeom prst="rect"/>
          <a:noFill/>
          <a:ln w="12700" cmpd="sng" cap="flat">
            <a:noFill/>
            <a:prstDash val="solid"/>
            <a:round/>
          </a:ln>
        </p:spPr>
        <p:txBody>
          <a:bodyPr vert="horz" wrap="square" lIns="91425" tIns="45700" rIns="91425" bIns="45700" anchor="ctr" anchorCtr="0">
            <a:prstTxWarp prst="textNoShape"/>
          </a:bodyPr>
          <a:lstStyle/>
          <a:p>
            <a:pPr marL="457200" indent="-457200" algn="just">
              <a:lnSpc>
                <a:spcPct val="150000"/>
              </a:lnSpc>
              <a:spcBef>
                <a:spcPts val="0"/>
              </a:spcBef>
              <a:spcAft>
                <a:spcPts val="0"/>
              </a:spcAft>
              <a:buSzPts val="3200"/>
              <a:buFont typeface="Wingdings" pitchFamily="2" charset="2"/>
              <a:buChar char="Ø"/>
            </a:pPr>
            <a:r>
              <a:rPr lang="en-US" altLang="zh-CN" sz="3000" b="0" i="0" u="none" strike="noStrike" kern="0" cap="none" spc="0" baseline="0">
                <a:solidFill>
                  <a:srgbClr val="000000"/>
                </a:solidFill>
                <a:latin typeface="Times New Roman" pitchFamily="0" charset="0"/>
                <a:ea typeface="Arial" pitchFamily="0" charset="0"/>
                <a:cs typeface="Times New Roman" pitchFamily="0" charset="0"/>
              </a:rPr>
              <a:t>The objective of the Disaster Management System is to build a Java-based platform that ensures timely alerts, smooth communication, and efficient resource management during disasters. It helps authorities and citizens respond quickly, coordinate rescue operations, and analyze disaster data for better preparedness and recovery.</a:t>
            </a:r>
            <a:endParaRPr lang="zh-CN" altLang="en-US" sz="3000" b="0" i="0" u="none" strike="noStrike" kern="0" cap="none" spc="0" baseline="0">
              <a:solidFill>
                <a:srgbClr val="000000"/>
              </a:solidFill>
              <a:latin typeface="Times New Roman" pitchFamily="0" charset="0"/>
              <a:ea typeface="Arial" pitchFamily="0" charset="0"/>
              <a:cs typeface="Times New Roman" pitchFamily="0" charset="0"/>
            </a:endParaRPr>
          </a:p>
        </p:txBody>
      </p:sp>
      <p:pic>
        <p:nvPicPr>
          <p:cNvPr id="45" name="图片"/>
          <p:cNvPicPr>
            <a:picLocks/>
          </p:cNvPicPr>
          <p:nvPr/>
        </p:nvPicPr>
        <p:blipFill>
          <a:blip r:embed="rId1" cstate="print"/>
          <a:stretch>
            <a:fillRect/>
          </a:stretch>
        </p:blipFill>
        <p:spPr>
          <a:xfrm rot="0">
            <a:off x="831850" y="214313"/>
            <a:ext cx="1066800" cy="1057275"/>
          </a:xfrm>
          <a:prstGeom prst="rect"/>
          <a:noFill/>
          <a:ln w="12700" cmpd="sng" cap="flat">
            <a:noFill/>
            <a:prstDash val="solid"/>
            <a:round/>
          </a:ln>
        </p:spPr>
      </p:pic>
      <p:pic>
        <p:nvPicPr>
          <p:cNvPr id="46" name="图片" descr="KRCE Tiruchirappalli : Admission 2024, Courses, Fees, Placement, Cut Off"/>
          <p:cNvPicPr>
            <a:picLocks/>
          </p:cNvPicPr>
          <p:nvPr/>
        </p:nvPicPr>
        <p:blipFill>
          <a:blip r:embed="rId2" cstate="print"/>
          <a:stretch>
            <a:fillRect/>
          </a:stretch>
        </p:blipFill>
        <p:spPr>
          <a:xfrm rot="0">
            <a:off x="10056813" y="333375"/>
            <a:ext cx="1219200" cy="1181100"/>
          </a:xfrm>
          <a:prstGeom prst="rect"/>
          <a:noFill/>
          <a:ln w="12700" cmpd="sng" cap="flat">
            <a:noFill/>
            <a:prstDash val="solid"/>
            <a:round/>
          </a:ln>
        </p:spPr>
      </p:pic>
      <p:sp>
        <p:nvSpPr>
          <p:cNvPr id="47" name="文本框"/>
          <p:cNvSpPr>
            <a:spLocks noGrp="1"/>
          </p:cNvSpPr>
          <p:nvPr>
            <p:ph type="dt" idx="10"/>
          </p:nvPr>
        </p:nvSpPr>
        <p:spPr>
          <a:xfrm rot="0">
            <a:off x="609600" y="6356349"/>
            <a:ext cx="2843213" cy="363536"/>
          </a:xfrm>
          <a:prstGeom prst="rect"/>
          <a:noFill/>
          <a:ln cmpd="sng" cap="flat">
            <a:noFill/>
            <a:prstDash val="solid"/>
            <a:miter/>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1200" b="0" i="0" u="none" strike="noStrike" kern="0" cap="none" spc="0" baseline="0">
                <a:solidFill>
                  <a:srgbClr val="8B8B8B"/>
                </a:solidFill>
                <a:latin typeface="Calibri" pitchFamily="0" charset="0"/>
                <a:ea typeface="Calibri" pitchFamily="0" charset="0"/>
                <a:cs typeface="Calibri" pitchFamily="0" charset="0"/>
                <a:sym typeface="Calibri" pitchFamily="0" charset="0"/>
              </a:rPr>
              <a:t>2/6/2025</a:t>
            </a:r>
            <a:endParaRPr lang="zh-CN" altLang="en-US" sz="1200" b="0" i="0" u="none" strike="noStrike" kern="0" cap="none" spc="0" baseline="0">
              <a:solidFill>
                <a:srgbClr val="8B8B8B"/>
              </a:solidFill>
              <a:latin typeface="Calibri" pitchFamily="0" charset="0"/>
              <a:ea typeface="Calibri" pitchFamily="0" charset="0"/>
              <a:cs typeface="Calibri" pitchFamily="0" charset="0"/>
              <a:sym typeface="Calibri" pitchFamily="0" charset="0"/>
            </a:endParaRPr>
          </a:p>
        </p:txBody>
      </p:sp>
    </p:spTree>
    <p:extLst>
      <p:ext uri="{BB962C8B-B14F-4D97-AF65-F5344CB8AC3E}">
        <p14:creationId xmlns:p14="http://schemas.microsoft.com/office/powerpoint/2010/main" val="1178938097"/>
      </p:ext>
    </p:extLst>
  </p:cSld>
  <p:clrMapOvr>
    <a:masterClrMapping/>
  </p:clrMapOvr>
</p:sld>
</file>

<file path=ppt/slides/slide4.xml><?xml version="1.0" encoding="utf-8"?>
<p:sld xmlns:p="http://schemas.openxmlformats.org/presentationml/2006/main" xmlns:r="http://schemas.openxmlformats.org/officeDocument/2006/relationships" xmlns:a="http://schemas.openxmlformats.org/drawingml/2006/main">
  <p:cSld>
    <p:bg>
      <p:bgPr>
        <a:solidFill>
          <a:srgbClr val="FFFFFF"/>
        </a:solidFill>
      </p:bgPr>
    </p:bg>
    <p:spTree>
      <p:nvGrpSpPr>
        <p:cNvPr id="1" name=""/>
        <p:cNvGrpSpPr/>
        <p:nvPr/>
      </p:nvGrpSpPr>
      <p:grpSpPr>
        <a:xfrm>
          <a:off x="0" y="0"/>
          <a:ext cx="0" cy="0"/>
          <a:chOff x="0" y="0"/>
          <a:chExt cx="0" cy="0"/>
        </a:xfrm>
      </p:grpSpPr>
      <p:sp>
        <p:nvSpPr>
          <p:cNvPr id="50" name="文本框"/>
          <p:cNvSpPr>
            <a:spLocks noGrp="1"/>
          </p:cNvSpPr>
          <p:nvPr>
            <p:ph type="title"/>
          </p:nvPr>
        </p:nvSpPr>
        <p:spPr>
          <a:xfrm rot="0">
            <a:off x="609600" y="274638"/>
            <a:ext cx="10971300" cy="1141500"/>
          </a:xfrm>
          <a:prstGeom prst="rect"/>
          <a:noFill/>
          <a:ln w="12700" cmpd="sng" cap="flat">
            <a:noFill/>
            <a:prstDash val="solid"/>
            <a:round/>
          </a:ln>
        </p:spPr>
        <p:txBody>
          <a:bodyPr vert="horz" wrap="square" lIns="91425" tIns="45700" rIns="91425" bIns="45700" anchor="ctr" anchorCtr="0">
            <a:prstTxWarp prst="textNoShape"/>
          </a:bodyPr>
          <a:lstStyle/>
          <a:p>
            <a:pPr marL="0" indent="0" algn="l">
              <a:lnSpc>
                <a:spcPct val="100000"/>
              </a:lnSpc>
              <a:spcBef>
                <a:spcPts val="0"/>
              </a:spcBef>
              <a:spcAft>
                <a:spcPts val="0"/>
              </a:spcAft>
              <a:buNone/>
            </a:pPr>
            <a:br>
              <a:rPr lang="zh-CN" altLang="en-US" sz="3200" b="1" i="0" u="none" strike="noStrike" kern="0" cap="none" spc="-1" baseline="0">
                <a:solidFill>
                  <a:srgbClr val="FF0065"/>
                </a:solidFill>
                <a:latin typeface="Times New Roman Bold" pitchFamily="0" charset="0"/>
                <a:ea typeface="Times New Roman Bold" pitchFamily="0" charset="0"/>
                <a:cs typeface="Lucida Sans" pitchFamily="0" charset="0"/>
              </a:rPr>
            </a:br>
            <a:r>
              <a:rPr lang="en-US" altLang="zh-CN" sz="3200" b="1" i="0" u="none" strike="noStrike" kern="0" cap="none" spc="-1" baseline="0">
                <a:solidFill>
                  <a:srgbClr val="FF0065"/>
                </a:solidFill>
                <a:latin typeface="Times New Roman Bold" pitchFamily="0" charset="0"/>
                <a:ea typeface="Times New Roman Bold" pitchFamily="0" charset="0"/>
                <a:cs typeface="Lucida Sans" pitchFamily="0" charset="0"/>
              </a:rPr>
              <a:t>                             </a:t>
            </a:r>
            <a:r>
              <a:rPr lang="en-US" altLang="zh-CN" sz="3200" b="1" i="0" u="none" strike="noStrike" kern="0" cap="none" spc="-1" baseline="0">
                <a:solidFill>
                  <a:srgbClr val="0070C0"/>
                </a:solidFill>
                <a:latin typeface="Times New Roman Bold" pitchFamily="0" charset="0"/>
                <a:ea typeface="Times New Roman Bold" pitchFamily="0" charset="0"/>
                <a:cs typeface="Lucida Sans" pitchFamily="0" charset="0"/>
              </a:rPr>
              <a:t>PROPOSED SYSTEM </a:t>
            </a:r>
            <a:br>
              <a:rPr lang="zh-CN" altLang="en-US" sz="3200" b="0" i="0" u="none" strike="noStrike" kern="0" cap="none" spc="-1" baseline="0">
                <a:solidFill>
                  <a:srgbClr val="0070C0"/>
                </a:solidFill>
                <a:latin typeface="Arial" pitchFamily="0" charset="0"/>
                <a:ea typeface="Arial" pitchFamily="0" charset="0"/>
                <a:cs typeface="Lucida Sans" pitchFamily="0" charset="0"/>
              </a:rPr>
            </a:br>
            <a:r>
              <a:rPr lang="en-US" altLang="zh-CN" sz="3200" b="1" i="0" u="none" strike="noStrike" kern="0" cap="none" spc="-1" baseline="0">
                <a:solidFill>
                  <a:srgbClr val="0070C0"/>
                </a:solidFill>
                <a:latin typeface="Times New Roman Bold" pitchFamily="0" charset="0"/>
                <a:ea typeface="Times New Roman Bold" pitchFamily="0" charset="0"/>
                <a:cs typeface="Lucida Sans" pitchFamily="0" charset="0"/>
              </a:rPr>
              <a:t>               ARCHITECTURE/FLOW DIAGRAM</a:t>
            </a:r>
            <a:br>
              <a:rPr lang="zh-CN" altLang="en-US" sz="3200" b="0" i="0" u="none" strike="noStrike" kern="0" cap="none" spc="-1" baseline="0">
                <a:solidFill>
                  <a:srgbClr val="000000"/>
                </a:solidFill>
                <a:latin typeface="Arial" pitchFamily="0" charset="0"/>
                <a:ea typeface="Arial" pitchFamily="0" charset="0"/>
                <a:cs typeface="Lucida Sans" pitchFamily="0" charset="0"/>
              </a:rPr>
            </a:br>
            <a:endParaRPr lang="zh-CN" altLang="en-US" sz="3000" b="1" i="0" u="none" strike="noStrike" kern="0" cap="none" spc="0" baseline="0">
              <a:solidFill>
                <a:srgbClr val="000000"/>
              </a:solidFill>
              <a:latin typeface="Times New Roman" pitchFamily="0" charset="0"/>
              <a:ea typeface="Arial" pitchFamily="0" charset="0"/>
              <a:cs typeface="Times New Roman" pitchFamily="0" charset="0"/>
            </a:endParaRPr>
          </a:p>
        </p:txBody>
      </p:sp>
      <p:pic>
        <p:nvPicPr>
          <p:cNvPr id="51" name="图片"/>
          <p:cNvPicPr>
            <a:picLocks/>
          </p:cNvPicPr>
          <p:nvPr/>
        </p:nvPicPr>
        <p:blipFill>
          <a:blip r:embed="rId1" cstate="print"/>
          <a:stretch>
            <a:fillRect/>
          </a:stretch>
        </p:blipFill>
        <p:spPr>
          <a:xfrm rot="0">
            <a:off x="831850" y="214313"/>
            <a:ext cx="1066800" cy="1057275"/>
          </a:xfrm>
          <a:prstGeom prst="rect"/>
          <a:noFill/>
          <a:ln w="12700" cmpd="sng" cap="flat">
            <a:noFill/>
            <a:prstDash val="solid"/>
            <a:round/>
          </a:ln>
        </p:spPr>
      </p:pic>
      <p:pic>
        <p:nvPicPr>
          <p:cNvPr id="52" name="图片" descr="KRCE Tiruchirappalli : Admission 2024, Courses, Fees, Placement, Cut Off"/>
          <p:cNvPicPr>
            <a:picLocks/>
          </p:cNvPicPr>
          <p:nvPr/>
        </p:nvPicPr>
        <p:blipFill>
          <a:blip r:embed="rId2" cstate="print"/>
          <a:stretch>
            <a:fillRect/>
          </a:stretch>
        </p:blipFill>
        <p:spPr>
          <a:xfrm rot="0">
            <a:off x="10056813" y="333375"/>
            <a:ext cx="1219200" cy="1181100"/>
          </a:xfrm>
          <a:prstGeom prst="rect"/>
          <a:noFill/>
          <a:ln w="12700" cmpd="sng" cap="flat">
            <a:noFill/>
            <a:prstDash val="solid"/>
            <a:round/>
          </a:ln>
        </p:spPr>
      </p:pic>
      <p:sp>
        <p:nvSpPr>
          <p:cNvPr id="53" name="文本框"/>
          <p:cNvSpPr>
            <a:spLocks noGrp="1"/>
          </p:cNvSpPr>
          <p:nvPr>
            <p:ph type="body" idx="1"/>
          </p:nvPr>
        </p:nvSpPr>
        <p:spPr>
          <a:xfrm rot="0">
            <a:off x="873912" y="1416150"/>
            <a:ext cx="10444200" cy="4524298"/>
          </a:xfrm>
          <a:prstGeom prst="rect"/>
          <a:noFill/>
          <a:ln w="12700" cmpd="sng" cap="flat">
            <a:noFill/>
            <a:prstDash val="solid"/>
            <a:round/>
          </a:ln>
        </p:spPr>
        <p:txBody>
          <a:bodyPr vert="horz" wrap="square" lIns="91425" tIns="45700" rIns="91425" bIns="45700" anchor="ctr" anchorCtr="0">
            <a:prstTxWarp prst="textNoShape"/>
          </a:bodyPr>
          <a:lstStyle/>
          <a:p>
            <a:pPr marL="0" indent="0" algn="just">
              <a:lnSpc>
                <a:spcPct val="150000"/>
              </a:lnSpc>
              <a:spcBef>
                <a:spcPts val="0"/>
              </a:spcBef>
              <a:spcAft>
                <a:spcPts val="0"/>
              </a:spcAft>
              <a:buNone/>
            </a:pPr>
            <a:endParaRPr lang="en-US" altLang="zh-CN" sz="3000" b="0" i="0" u="none" strike="noStrike" kern="0" cap="none" spc="0" baseline="0">
              <a:solidFill>
                <a:srgbClr val="000000"/>
              </a:solidFill>
              <a:latin typeface="Times New Roman" pitchFamily="0" charset="0"/>
              <a:ea typeface="Arial" pitchFamily="0" charset="0"/>
              <a:cs typeface="Times New Roman" pitchFamily="0" charset="0"/>
            </a:endParaRPr>
          </a:p>
          <a:p>
            <a:pPr marL="0" indent="0" algn="just">
              <a:lnSpc>
                <a:spcPct val="150000"/>
              </a:lnSpc>
              <a:spcBef>
                <a:spcPts val="0"/>
              </a:spcBef>
              <a:spcAft>
                <a:spcPts val="0"/>
              </a:spcAft>
              <a:buNone/>
            </a:pPr>
            <a:endParaRPr lang="zh-CN" altLang="en-US" sz="3000" b="0" i="0" u="none" strike="noStrike" kern="0" cap="none" spc="0" baseline="0">
              <a:solidFill>
                <a:srgbClr val="000000"/>
              </a:solidFill>
              <a:latin typeface="Times New Roman" pitchFamily="0" charset="0"/>
              <a:ea typeface="Arial" pitchFamily="0" charset="0"/>
              <a:cs typeface="Times New Roman" pitchFamily="0" charset="0"/>
            </a:endParaRPr>
          </a:p>
        </p:txBody>
      </p:sp>
      <p:sp>
        <p:nvSpPr>
          <p:cNvPr id="54" name="文本框"/>
          <p:cNvSpPr>
            <a:spLocks noGrp="1"/>
          </p:cNvSpPr>
          <p:nvPr>
            <p:ph type="dt" idx="10"/>
          </p:nvPr>
        </p:nvSpPr>
        <p:spPr>
          <a:xfrm rot="0">
            <a:off x="609600" y="6356349"/>
            <a:ext cx="2843213" cy="363536"/>
          </a:xfrm>
          <a:prstGeom prst="rect"/>
          <a:noFill/>
          <a:ln cmpd="sng" cap="flat">
            <a:noFill/>
            <a:prstDash val="solid"/>
            <a:miter/>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1200" b="0" i="0" u="none" strike="noStrike" kern="0" cap="none" spc="0" baseline="0">
                <a:solidFill>
                  <a:srgbClr val="8B8B8B"/>
                </a:solidFill>
                <a:latin typeface="Calibri" pitchFamily="0" charset="0"/>
                <a:ea typeface="Calibri" pitchFamily="0" charset="0"/>
                <a:cs typeface="Calibri" pitchFamily="0" charset="0"/>
                <a:sym typeface="Calibri" pitchFamily="0" charset="0"/>
              </a:rPr>
              <a:t>2/6/2025</a:t>
            </a:r>
            <a:endParaRPr lang="zh-CN" altLang="en-US" sz="1200" b="0" i="0" u="none" strike="noStrike" kern="0" cap="none" spc="0" baseline="0">
              <a:solidFill>
                <a:srgbClr val="8B8B8B"/>
              </a:solidFill>
              <a:latin typeface="Calibri" pitchFamily="0" charset="0"/>
              <a:ea typeface="Calibri" pitchFamily="0" charset="0"/>
              <a:cs typeface="Calibri" pitchFamily="0" charset="0"/>
              <a:sym typeface="Calibri" pitchFamily="0" charset="0"/>
            </a:endParaRPr>
          </a:p>
        </p:txBody>
      </p:sp>
      <p:pic>
        <p:nvPicPr>
          <p:cNvPr id="55" name="图片" descr="A diagram of a disaster management system&#10;&#10;AI-generated content may be incorrect."/>
          <p:cNvPicPr>
            <a:picLocks noChangeAspect="1"/>
          </p:cNvPicPr>
          <p:nvPr/>
        </p:nvPicPr>
        <p:blipFill>
          <a:blip r:embed="rId3" cstate="print"/>
          <a:stretch>
            <a:fillRect/>
          </a:stretch>
        </p:blipFill>
        <p:spPr>
          <a:xfrm rot="0">
            <a:off x="950489" y="1330323"/>
            <a:ext cx="10291020" cy="5527675"/>
          </a:xfrm>
          <a:prstGeom prst="rect"/>
          <a:noFill/>
          <a:ln w="12700" cmpd="sng" cap="flat">
            <a:noFill/>
            <a:prstDash val="solid"/>
            <a:miter/>
          </a:ln>
        </p:spPr>
      </p:pic>
    </p:spTree>
    <p:extLst>
      <p:ext uri="{BB962C8B-B14F-4D97-AF65-F5344CB8AC3E}">
        <p14:creationId xmlns:p14="http://schemas.microsoft.com/office/powerpoint/2010/main" val="896984240"/>
      </p:ext>
    </p:extLst>
  </p:cSld>
  <p:clrMapOvr>
    <a:masterClrMapping/>
  </p:clrMapOvr>
</p:sld>
</file>

<file path=ppt/slides/slide5.xml><?xml version="1.0" encoding="utf-8"?>
<p:sld xmlns:p="http://schemas.openxmlformats.org/presentationml/2006/main" xmlns:r="http://schemas.openxmlformats.org/officeDocument/2006/relationships" xmlns:a="http://schemas.openxmlformats.org/drawingml/2006/main">
  <p:cSld>
    <p:bg>
      <p:bgPr>
        <a:solidFill>
          <a:srgbClr val="FFFFFF"/>
        </a:solidFill>
      </p:bgPr>
    </p:bg>
    <p:spTree>
      <p:nvGrpSpPr>
        <p:cNvPr id="1" name=""/>
        <p:cNvGrpSpPr/>
        <p:nvPr/>
      </p:nvGrpSpPr>
      <p:grpSpPr>
        <a:xfrm>
          <a:off x="0" y="0"/>
          <a:ext cx="0" cy="0"/>
          <a:chOff x="0" y="0"/>
          <a:chExt cx="0" cy="0"/>
        </a:xfrm>
      </p:grpSpPr>
      <p:sp>
        <p:nvSpPr>
          <p:cNvPr id="58" name="文本框"/>
          <p:cNvSpPr>
            <a:spLocks noGrp="1"/>
          </p:cNvSpPr>
          <p:nvPr>
            <p:ph type="title"/>
          </p:nvPr>
        </p:nvSpPr>
        <p:spPr>
          <a:xfrm rot="0">
            <a:off x="609600" y="274637"/>
            <a:ext cx="10971300" cy="1239837"/>
          </a:xfrm>
          <a:prstGeom prst="rect"/>
          <a:noFill/>
          <a:ln w="12700" cmpd="sng" cap="flat">
            <a:noFill/>
            <a:prstDash val="solid"/>
            <a:round/>
          </a:ln>
        </p:spPr>
        <p:txBody>
          <a:bodyPr vert="horz" wrap="square" lIns="91425" tIns="45700" rIns="91425" bIns="45700" anchor="ctr" anchorCtr="0">
            <a:prstTxWarp prst="textNoShape"/>
          </a:bodyPr>
          <a:lstStyle/>
          <a:p>
            <a:pPr marL="0" indent="0" algn="ctr">
              <a:lnSpc>
                <a:spcPct val="100000"/>
              </a:lnSpc>
              <a:spcBef>
                <a:spcPts val="0"/>
              </a:spcBef>
              <a:spcAft>
                <a:spcPts val="0"/>
              </a:spcAft>
              <a:buNone/>
            </a:pPr>
            <a:r>
              <a:rPr lang="en-US" altLang="zh-CN" sz="3000" b="1" i="0" u="none" strike="noStrike" kern="0" cap="none" spc="0" baseline="0">
                <a:solidFill>
                  <a:srgbClr val="0070C0"/>
                </a:solidFill>
                <a:latin typeface="Times New Roman" pitchFamily="0" charset="0"/>
                <a:ea typeface="Arial" pitchFamily="0" charset="0"/>
                <a:cs typeface="Times New Roman" pitchFamily="0" charset="0"/>
                <a:sym typeface="Arial" pitchFamily="0" charset="0"/>
              </a:rPr>
              <a:t>TECHNOLOGY USED</a:t>
            </a:r>
            <a:endParaRPr lang="zh-CN" altLang="en-US" sz="3000" b="1" i="0" u="none" strike="noStrike" kern="0" cap="none" spc="0" baseline="0">
              <a:solidFill>
                <a:srgbClr val="0070C0"/>
              </a:solidFill>
              <a:latin typeface="Times New Roman" pitchFamily="0" charset="0"/>
              <a:ea typeface="Arial" pitchFamily="0" charset="0"/>
              <a:cs typeface="Times New Roman" pitchFamily="0" charset="0"/>
              <a:sym typeface="Arial" pitchFamily="0" charset="0"/>
            </a:endParaRPr>
          </a:p>
        </p:txBody>
      </p:sp>
      <p:pic>
        <p:nvPicPr>
          <p:cNvPr id="59" name="图片"/>
          <p:cNvPicPr>
            <a:picLocks/>
          </p:cNvPicPr>
          <p:nvPr/>
        </p:nvPicPr>
        <p:blipFill>
          <a:blip r:embed="rId1" cstate="print"/>
          <a:stretch>
            <a:fillRect/>
          </a:stretch>
        </p:blipFill>
        <p:spPr>
          <a:xfrm rot="0">
            <a:off x="831850" y="214313"/>
            <a:ext cx="1066800" cy="1057275"/>
          </a:xfrm>
          <a:prstGeom prst="rect"/>
          <a:noFill/>
          <a:ln w="12700" cmpd="sng" cap="flat">
            <a:noFill/>
            <a:prstDash val="solid"/>
            <a:round/>
          </a:ln>
        </p:spPr>
      </p:pic>
      <p:pic>
        <p:nvPicPr>
          <p:cNvPr id="60" name="图片" descr="KRCE Tiruchirappalli : Admission 2024, Courses, Fees, Placement, Cut Off"/>
          <p:cNvPicPr>
            <a:picLocks/>
          </p:cNvPicPr>
          <p:nvPr/>
        </p:nvPicPr>
        <p:blipFill>
          <a:blip r:embed="rId2" cstate="print"/>
          <a:stretch>
            <a:fillRect/>
          </a:stretch>
        </p:blipFill>
        <p:spPr>
          <a:xfrm rot="0">
            <a:off x="10056813" y="333375"/>
            <a:ext cx="1219200" cy="1181100"/>
          </a:xfrm>
          <a:prstGeom prst="rect"/>
          <a:noFill/>
          <a:ln w="12700" cmpd="sng" cap="flat">
            <a:noFill/>
            <a:prstDash val="solid"/>
            <a:round/>
          </a:ln>
        </p:spPr>
      </p:pic>
      <p:sp>
        <p:nvSpPr>
          <p:cNvPr id="61" name="文本框"/>
          <p:cNvSpPr>
            <a:spLocks noGrp="1"/>
          </p:cNvSpPr>
          <p:nvPr>
            <p:ph type="body" idx="1"/>
          </p:nvPr>
        </p:nvSpPr>
        <p:spPr>
          <a:xfrm rot="0">
            <a:off x="873150" y="1514475"/>
            <a:ext cx="10444200" cy="4524298"/>
          </a:xfrm>
          <a:prstGeom prst="rect"/>
          <a:noFill/>
          <a:ln w="12700" cmpd="sng" cap="flat">
            <a:noFill/>
            <a:prstDash val="solid"/>
            <a:round/>
          </a:ln>
        </p:spPr>
        <p:txBody>
          <a:bodyPr vert="horz" wrap="square" lIns="91425" tIns="45700" rIns="91425" bIns="45700" anchor="ctr" anchorCtr="0">
            <a:prstTxWarp prst="textNoShape"/>
          </a:bodyPr>
          <a:lstStyle/>
          <a:p>
            <a:pPr marL="457200" indent="-457200" algn="just">
              <a:lnSpc>
                <a:spcPct val="150000"/>
              </a:lnSpc>
              <a:spcBef>
                <a:spcPts val="0"/>
              </a:spcBef>
              <a:spcAft>
                <a:spcPts val="0"/>
              </a:spcAft>
              <a:buSzPts val="3200"/>
              <a:buFont typeface="Wingdings" pitchFamily="2" charset="2"/>
              <a:buChar char="Ø"/>
            </a:pPr>
            <a:r>
              <a:rPr lang="en-US" altLang="zh-CN" sz="3000" b="0" i="0" u="none" strike="noStrike" kern="0" cap="none" spc="0" baseline="0">
                <a:solidFill>
                  <a:srgbClr val="0070C0"/>
                </a:solidFill>
                <a:latin typeface="Times New Roman" pitchFamily="0" charset="0"/>
                <a:ea typeface="Arial" pitchFamily="0" charset="0"/>
                <a:cs typeface="Times New Roman" pitchFamily="0" charset="0"/>
              </a:rPr>
              <a:t>Java</a:t>
            </a:r>
            <a:r>
              <a:rPr lang="en-US" altLang="zh-CN" sz="3000" b="0" i="0" u="none" strike="noStrike" kern="0" cap="none" spc="0" baseline="0">
                <a:solidFill>
                  <a:srgbClr val="000000"/>
                </a:solidFill>
                <a:latin typeface="Times New Roman" pitchFamily="0" charset="0"/>
                <a:ea typeface="Arial" pitchFamily="0" charset="0"/>
                <a:cs typeface="Times New Roman" pitchFamily="0" charset="0"/>
              </a:rPr>
              <a:t> – core programming language for system development.</a:t>
            </a:r>
            <a:endParaRPr lang="en-US" altLang="zh-CN" sz="3000" b="0" i="0" u="none" strike="noStrike" kern="0" cap="none" spc="0" baseline="0">
              <a:solidFill>
                <a:srgbClr val="000000"/>
              </a:solidFill>
              <a:latin typeface="Times New Roman" pitchFamily="0" charset="0"/>
              <a:ea typeface="Arial" pitchFamily="0" charset="0"/>
              <a:cs typeface="Times New Roman" pitchFamily="0" charset="0"/>
            </a:endParaRPr>
          </a:p>
          <a:p>
            <a:pPr marL="457200" indent="-457200" algn="just">
              <a:lnSpc>
                <a:spcPct val="150000"/>
              </a:lnSpc>
              <a:spcBef>
                <a:spcPts val="0"/>
              </a:spcBef>
              <a:spcAft>
                <a:spcPts val="0"/>
              </a:spcAft>
              <a:buSzPts val="3200"/>
              <a:buFont typeface="Wingdings" pitchFamily="2" charset="2"/>
              <a:buChar char="Ø"/>
            </a:pPr>
            <a:r>
              <a:rPr lang="en-US" altLang="zh-CN" sz="3000" b="0" i="0" u="none" strike="noStrike" kern="0" cap="none" spc="0" baseline="0">
                <a:solidFill>
                  <a:srgbClr val="0070C0"/>
                </a:solidFill>
                <a:latin typeface="Times New Roman" pitchFamily="0" charset="0"/>
                <a:ea typeface="Arial" pitchFamily="0" charset="0"/>
                <a:cs typeface="Times New Roman" pitchFamily="0" charset="0"/>
              </a:rPr>
              <a:t>MySQL / PostgreSQL</a:t>
            </a:r>
            <a:r>
              <a:rPr lang="en-US" altLang="zh-CN" sz="3000" b="0" i="0" u="none" strike="noStrike" kern="0" cap="none" spc="0" baseline="0">
                <a:solidFill>
                  <a:srgbClr val="00B0F0"/>
                </a:solidFill>
                <a:latin typeface="Times New Roman" pitchFamily="0" charset="0"/>
                <a:ea typeface="Arial" pitchFamily="0" charset="0"/>
                <a:cs typeface="Times New Roman" pitchFamily="0" charset="0"/>
              </a:rPr>
              <a:t> </a:t>
            </a:r>
            <a:r>
              <a:rPr lang="en-US" altLang="zh-CN" sz="3000" b="0" i="0" u="none" strike="noStrike" kern="0" cap="none" spc="0" baseline="0">
                <a:solidFill>
                  <a:srgbClr val="000000"/>
                </a:solidFill>
                <a:latin typeface="Times New Roman" pitchFamily="0" charset="0"/>
                <a:ea typeface="Arial" pitchFamily="0" charset="0"/>
                <a:cs typeface="Times New Roman" pitchFamily="0" charset="0"/>
              </a:rPr>
              <a:t>– database for storing disaster and resource data.</a:t>
            </a:r>
            <a:endParaRPr lang="en-US" altLang="zh-CN" sz="3000" b="0" i="0" u="none" strike="noStrike" kern="0" cap="none" spc="0" baseline="0">
              <a:solidFill>
                <a:srgbClr val="000000"/>
              </a:solidFill>
              <a:latin typeface="Times New Roman" pitchFamily="0" charset="0"/>
              <a:ea typeface="Arial" pitchFamily="0" charset="0"/>
              <a:cs typeface="Times New Roman" pitchFamily="0" charset="0"/>
            </a:endParaRPr>
          </a:p>
          <a:p>
            <a:pPr marL="457200" indent="-457200" algn="just">
              <a:lnSpc>
                <a:spcPct val="150000"/>
              </a:lnSpc>
              <a:spcBef>
                <a:spcPts val="0"/>
              </a:spcBef>
              <a:spcAft>
                <a:spcPts val="0"/>
              </a:spcAft>
              <a:buSzPts val="3200"/>
              <a:buFont typeface="Wingdings" pitchFamily="2" charset="2"/>
              <a:buChar char="Ø"/>
            </a:pPr>
            <a:r>
              <a:rPr lang="en-US" altLang="zh-CN" sz="3000" b="0" i="0" u="none" strike="noStrike" kern="0" cap="none" spc="0" baseline="0">
                <a:solidFill>
                  <a:srgbClr val="0070C0"/>
                </a:solidFill>
                <a:latin typeface="Times New Roman" pitchFamily="0" charset="0"/>
                <a:ea typeface="Arial" pitchFamily="0" charset="0"/>
                <a:cs typeface="Times New Roman" pitchFamily="0" charset="0"/>
              </a:rPr>
              <a:t>Java Mail API / SMS Gateway API</a:t>
            </a:r>
            <a:r>
              <a:rPr lang="en-US" altLang="zh-CN" sz="3000" b="0" i="0" u="none" strike="noStrike" kern="0" cap="none" spc="0" baseline="0">
                <a:solidFill>
                  <a:srgbClr val="000000"/>
                </a:solidFill>
                <a:latin typeface="Times New Roman" pitchFamily="0" charset="0"/>
                <a:ea typeface="Arial" pitchFamily="0" charset="0"/>
                <a:cs typeface="Times New Roman" pitchFamily="0" charset="0"/>
              </a:rPr>
              <a:t> – for sending alerts and notifications .</a:t>
            </a:r>
            <a:endParaRPr lang="en-US" altLang="zh-CN" sz="3000" b="0" i="0" u="none" strike="noStrike" kern="0" cap="none" spc="0" baseline="0">
              <a:solidFill>
                <a:srgbClr val="000000"/>
              </a:solidFill>
              <a:latin typeface="Times New Roman" pitchFamily="0" charset="0"/>
              <a:ea typeface="Arial" pitchFamily="0" charset="0"/>
              <a:cs typeface="Times New Roman" pitchFamily="0" charset="0"/>
            </a:endParaRPr>
          </a:p>
          <a:p>
            <a:pPr marL="457200" indent="-457200" algn="just">
              <a:lnSpc>
                <a:spcPct val="150000"/>
              </a:lnSpc>
              <a:spcBef>
                <a:spcPts val="0"/>
              </a:spcBef>
              <a:spcAft>
                <a:spcPts val="0"/>
              </a:spcAft>
              <a:buSzPts val="3200"/>
              <a:buFont typeface="Wingdings" pitchFamily="2" charset="2"/>
              <a:buChar char="Ø"/>
            </a:pPr>
            <a:r>
              <a:rPr lang="en-US" altLang="zh-CN" sz="3000" b="0" i="0" u="none" strike="noStrike" kern="0" cap="none" spc="0" baseline="0">
                <a:solidFill>
                  <a:srgbClr val="0070C0"/>
                </a:solidFill>
                <a:latin typeface="Times New Roman" pitchFamily="0" charset="0"/>
                <a:ea typeface="Arial" pitchFamily="0" charset="0"/>
                <a:cs typeface="Times New Roman" pitchFamily="0" charset="0"/>
              </a:rPr>
              <a:t>Google Maps API </a:t>
            </a:r>
            <a:r>
              <a:rPr lang="en-US" altLang="zh-CN" sz="3000" b="0" i="0" u="none" strike="noStrike" kern="0" cap="none" spc="0" baseline="0">
                <a:solidFill>
                  <a:srgbClr val="000000"/>
                </a:solidFill>
                <a:latin typeface="Times New Roman" pitchFamily="0" charset="0"/>
                <a:ea typeface="Arial" pitchFamily="0" charset="0"/>
                <a:cs typeface="Times New Roman" pitchFamily="0" charset="0"/>
              </a:rPr>
              <a:t>– for location tracking (optional but useful).</a:t>
            </a:r>
            <a:endParaRPr lang="zh-CN" altLang="en-US" sz="3000" b="0" i="0" u="none" strike="noStrike" kern="0" cap="none" spc="0" baseline="0">
              <a:solidFill>
                <a:srgbClr val="000000"/>
              </a:solidFill>
              <a:latin typeface="Times New Roman" pitchFamily="0" charset="0"/>
              <a:ea typeface="Arial" pitchFamily="0" charset="0"/>
              <a:cs typeface="Times New Roman" pitchFamily="0" charset="0"/>
            </a:endParaRPr>
          </a:p>
        </p:txBody>
      </p:sp>
      <p:sp>
        <p:nvSpPr>
          <p:cNvPr id="62" name="文本框"/>
          <p:cNvSpPr>
            <a:spLocks noGrp="1"/>
          </p:cNvSpPr>
          <p:nvPr>
            <p:ph type="dt" idx="10"/>
          </p:nvPr>
        </p:nvSpPr>
        <p:spPr>
          <a:xfrm rot="0">
            <a:off x="609600" y="6356349"/>
            <a:ext cx="2843213" cy="363536"/>
          </a:xfrm>
          <a:prstGeom prst="rect"/>
          <a:noFill/>
          <a:ln cmpd="sng" cap="flat">
            <a:noFill/>
            <a:prstDash val="solid"/>
            <a:miter/>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1200" b="0" i="0" u="none" strike="noStrike" kern="0" cap="none" spc="0" baseline="0">
                <a:solidFill>
                  <a:srgbClr val="8B8B8B"/>
                </a:solidFill>
                <a:latin typeface="Calibri" pitchFamily="0" charset="0"/>
                <a:ea typeface="Calibri" pitchFamily="0" charset="0"/>
                <a:cs typeface="Calibri" pitchFamily="0" charset="0"/>
                <a:sym typeface="Calibri" pitchFamily="0" charset="0"/>
              </a:rPr>
              <a:t>2/6/2025</a:t>
            </a:r>
            <a:endParaRPr lang="zh-CN" altLang="en-US" sz="1200" b="0" i="0" u="none" strike="noStrike" kern="0" cap="none" spc="0" baseline="0">
              <a:solidFill>
                <a:srgbClr val="8B8B8B"/>
              </a:solidFill>
              <a:latin typeface="Calibri" pitchFamily="0" charset="0"/>
              <a:ea typeface="Calibri" pitchFamily="0" charset="0"/>
              <a:cs typeface="Calibri" pitchFamily="0" charset="0"/>
              <a:sym typeface="Calibri" pitchFamily="0" charset="0"/>
            </a:endParaRPr>
          </a:p>
        </p:txBody>
      </p:sp>
    </p:spTree>
    <p:extLst>
      <p:ext uri="{BB962C8B-B14F-4D97-AF65-F5344CB8AC3E}">
        <p14:creationId xmlns:p14="http://schemas.microsoft.com/office/powerpoint/2010/main" val="846226146"/>
      </p:ext>
    </p:extLst>
  </p:cSld>
  <p:clrMapOvr>
    <a:masterClrMapping/>
  </p:clrMapOvr>
</p:sld>
</file>

<file path=ppt/slides/slide6.xml><?xml version="1.0" encoding="utf-8"?>
<p:sld xmlns:p="http://schemas.openxmlformats.org/presentationml/2006/main" xmlns:r="http://schemas.openxmlformats.org/officeDocument/2006/relationships" xmlns:a="http://schemas.openxmlformats.org/drawingml/2006/main">
  <p:cSld>
    <p:bg>
      <p:bgPr>
        <a:solidFill>
          <a:srgbClr val="FFFFFF"/>
        </a:solidFill>
      </p:bgPr>
    </p:bg>
    <p:spTree>
      <p:nvGrpSpPr>
        <p:cNvPr id="1" name=""/>
        <p:cNvGrpSpPr/>
        <p:nvPr/>
      </p:nvGrpSpPr>
      <p:grpSpPr>
        <a:xfrm>
          <a:off x="0" y="0"/>
          <a:ext cx="0" cy="0"/>
          <a:chOff x="0" y="0"/>
          <a:chExt cx="0" cy="0"/>
        </a:xfrm>
      </p:grpSpPr>
      <p:sp>
        <p:nvSpPr>
          <p:cNvPr id="65" name="文本框"/>
          <p:cNvSpPr>
            <a:spLocks noGrp="1"/>
          </p:cNvSpPr>
          <p:nvPr>
            <p:ph type="title"/>
          </p:nvPr>
        </p:nvSpPr>
        <p:spPr>
          <a:xfrm rot="0">
            <a:off x="609600" y="274638"/>
            <a:ext cx="10971300" cy="1141500"/>
          </a:xfrm>
          <a:prstGeom prst="rect"/>
          <a:noFill/>
          <a:ln w="12700" cmpd="sng" cap="flat">
            <a:noFill/>
            <a:prstDash val="solid"/>
            <a:round/>
          </a:ln>
        </p:spPr>
        <p:txBody>
          <a:bodyPr vert="horz" wrap="square" lIns="91425" tIns="45700" rIns="91425" bIns="45700" anchor="ctr" anchorCtr="0">
            <a:prstTxWarp prst="textNoShape"/>
          </a:bodyPr>
          <a:lstStyle/>
          <a:p>
            <a:pPr marL="0" indent="0" algn="ctr">
              <a:lnSpc>
                <a:spcPct val="100000"/>
              </a:lnSpc>
              <a:spcBef>
                <a:spcPts val="0"/>
              </a:spcBef>
              <a:spcAft>
                <a:spcPts val="0"/>
              </a:spcAft>
              <a:buNone/>
            </a:pPr>
            <a:r>
              <a:rPr lang="en-US" altLang="zh-CN" sz="3000" b="1" i="0" u="none" strike="noStrike" kern="0" cap="none" spc="0" baseline="0">
                <a:solidFill>
                  <a:srgbClr val="0070C0"/>
                </a:solidFill>
                <a:latin typeface="Times New Roman" pitchFamily="0" charset="0"/>
                <a:ea typeface="Arial" pitchFamily="0" charset="0"/>
                <a:cs typeface="Times New Roman" pitchFamily="0" charset="0"/>
                <a:sym typeface="Arial" pitchFamily="0" charset="0"/>
              </a:rPr>
              <a:t>MODULES USED</a:t>
            </a:r>
            <a:endParaRPr lang="zh-CN" altLang="en-US" sz="3000" b="1" i="0" u="none" strike="noStrike" kern="0" cap="none" spc="0" baseline="0">
              <a:solidFill>
                <a:srgbClr val="0070C0"/>
              </a:solidFill>
              <a:latin typeface="Times New Roman" pitchFamily="0" charset="0"/>
              <a:ea typeface="Arial" pitchFamily="0" charset="0"/>
              <a:cs typeface="Times New Roman" pitchFamily="0" charset="0"/>
              <a:sym typeface="Arial" pitchFamily="0" charset="0"/>
            </a:endParaRPr>
          </a:p>
        </p:txBody>
      </p:sp>
      <p:pic>
        <p:nvPicPr>
          <p:cNvPr id="66" name="图片"/>
          <p:cNvPicPr>
            <a:picLocks/>
          </p:cNvPicPr>
          <p:nvPr/>
        </p:nvPicPr>
        <p:blipFill>
          <a:blip r:embed="rId1" cstate="print"/>
          <a:stretch>
            <a:fillRect/>
          </a:stretch>
        </p:blipFill>
        <p:spPr>
          <a:xfrm rot="0">
            <a:off x="831850" y="214313"/>
            <a:ext cx="1066800" cy="1057275"/>
          </a:xfrm>
          <a:prstGeom prst="rect"/>
          <a:noFill/>
          <a:ln w="12700" cmpd="sng" cap="flat">
            <a:noFill/>
            <a:prstDash val="solid"/>
            <a:round/>
          </a:ln>
        </p:spPr>
      </p:pic>
      <p:pic>
        <p:nvPicPr>
          <p:cNvPr id="67" name="图片" descr="KRCE Tiruchirappalli : Admission 2024, Courses, Fees, Placement, Cut Off"/>
          <p:cNvPicPr>
            <a:picLocks/>
          </p:cNvPicPr>
          <p:nvPr/>
        </p:nvPicPr>
        <p:blipFill>
          <a:blip r:embed="rId2" cstate="print"/>
          <a:stretch>
            <a:fillRect/>
          </a:stretch>
        </p:blipFill>
        <p:spPr>
          <a:xfrm rot="0">
            <a:off x="10056813" y="333375"/>
            <a:ext cx="1219200" cy="1181100"/>
          </a:xfrm>
          <a:prstGeom prst="rect"/>
          <a:noFill/>
          <a:ln w="12700" cmpd="sng" cap="flat">
            <a:noFill/>
            <a:prstDash val="solid"/>
            <a:round/>
          </a:ln>
        </p:spPr>
      </p:pic>
      <p:sp>
        <p:nvSpPr>
          <p:cNvPr id="68" name="文本框"/>
          <p:cNvSpPr>
            <a:spLocks noGrp="1"/>
          </p:cNvSpPr>
          <p:nvPr>
            <p:ph type="body" idx="1"/>
          </p:nvPr>
        </p:nvSpPr>
        <p:spPr>
          <a:xfrm rot="0">
            <a:off x="873150" y="1573212"/>
            <a:ext cx="10444200" cy="4524298"/>
          </a:xfrm>
          <a:prstGeom prst="rect"/>
          <a:noFill/>
          <a:ln w="12700" cmpd="sng" cap="flat">
            <a:noFill/>
            <a:prstDash val="solid"/>
            <a:round/>
          </a:ln>
        </p:spPr>
        <p:txBody>
          <a:bodyPr vert="horz" wrap="square" lIns="91425" tIns="45700" rIns="91425" bIns="45700" anchor="ctr" anchorCtr="0">
            <a:prstTxWarp prst="textNoShape"/>
          </a:bodyPr>
          <a:lstStyle/>
          <a:p>
            <a:pPr marL="457200" indent="-457200" algn="just">
              <a:lnSpc>
                <a:spcPct val="150000"/>
              </a:lnSpc>
              <a:spcBef>
                <a:spcPts val="0"/>
              </a:spcBef>
              <a:spcAft>
                <a:spcPts val="0"/>
              </a:spcAft>
              <a:buSzPts val="3200"/>
              <a:buFontTx/>
              <a:buAutoNum type="arabicPeriod"/>
            </a:pPr>
            <a:r>
              <a:rPr lang="en-US" altLang="zh-CN" sz="2800" b="1" i="0" u="none" strike="noStrike" kern="0" cap="none" spc="0" baseline="0">
                <a:solidFill>
                  <a:srgbClr val="000000"/>
                </a:solidFill>
                <a:latin typeface="Times New Roman" pitchFamily="0" charset="0"/>
                <a:ea typeface="Arial" pitchFamily="0" charset="0"/>
                <a:cs typeface="Times New Roman" pitchFamily="0" charset="0"/>
              </a:rPr>
              <a:t>User Management Module </a:t>
            </a:r>
            <a:r>
              <a:rPr lang="en-US" altLang="zh-CN" sz="2800" b="0" i="0" u="none" strike="noStrike" kern="0" cap="none" spc="0" baseline="0">
                <a:solidFill>
                  <a:srgbClr val="000000"/>
                </a:solidFill>
                <a:latin typeface="Times New Roman" pitchFamily="0" charset="0"/>
                <a:ea typeface="Arial" pitchFamily="0" charset="0"/>
                <a:cs typeface="Times New Roman" pitchFamily="0" charset="0"/>
              </a:rPr>
              <a:t>: Handles user registration, login, and role-based access (citizen, volunteer, authority).</a:t>
            </a:r>
            <a:endParaRPr lang="en-US" altLang="zh-CN" sz="2800" b="0" i="0" u="none" strike="noStrike" kern="0" cap="none" spc="0" baseline="0">
              <a:solidFill>
                <a:srgbClr val="000000"/>
              </a:solidFill>
              <a:latin typeface="Times New Roman" pitchFamily="0" charset="0"/>
              <a:ea typeface="Arial" pitchFamily="0" charset="0"/>
              <a:cs typeface="Times New Roman" pitchFamily="0" charset="0"/>
            </a:endParaRPr>
          </a:p>
          <a:p>
            <a:pPr marL="457200" indent="-457200" algn="just">
              <a:lnSpc>
                <a:spcPct val="150000"/>
              </a:lnSpc>
              <a:spcBef>
                <a:spcPts val="0"/>
              </a:spcBef>
              <a:spcAft>
                <a:spcPts val="0"/>
              </a:spcAft>
              <a:buSzPts val="3200"/>
              <a:buFontTx/>
              <a:buAutoNum type="arabicPeriod"/>
            </a:pPr>
            <a:r>
              <a:rPr lang="en-US" altLang="zh-CN" sz="2800" b="0" i="0" u="none" strike="noStrike" kern="0" cap="none" spc="0" baseline="0">
                <a:solidFill>
                  <a:srgbClr val="000000"/>
                </a:solidFill>
                <a:latin typeface="Times New Roman" pitchFamily="0" charset="0"/>
                <a:ea typeface="Arial" pitchFamily="0" charset="0"/>
                <a:cs typeface="Times New Roman" pitchFamily="0" charset="0"/>
              </a:rPr>
              <a:t> </a:t>
            </a:r>
            <a:r>
              <a:rPr lang="en-US" altLang="zh-CN" sz="2800" b="1" i="0" u="none" strike="noStrike" kern="0" cap="none" spc="0" baseline="0">
                <a:solidFill>
                  <a:srgbClr val="000000"/>
                </a:solidFill>
                <a:latin typeface="Times New Roman" pitchFamily="0" charset="0"/>
                <a:ea typeface="Arial" pitchFamily="0" charset="0"/>
                <a:cs typeface="Times New Roman" pitchFamily="0" charset="0"/>
              </a:rPr>
              <a:t>Disaster Reporting Module </a:t>
            </a:r>
            <a:r>
              <a:rPr lang="en-US" altLang="zh-CN" sz="2800" b="0" i="0" u="none" strike="noStrike" kern="0" cap="none" spc="0" baseline="0">
                <a:solidFill>
                  <a:srgbClr val="000000"/>
                </a:solidFill>
                <a:latin typeface="Times New Roman" pitchFamily="0" charset="0"/>
                <a:ea typeface="Arial" pitchFamily="0" charset="0"/>
                <a:cs typeface="Times New Roman" pitchFamily="0" charset="0"/>
              </a:rPr>
              <a:t>: Citizens or officials can report disasters with type, location, and severity.</a:t>
            </a:r>
            <a:endParaRPr lang="en-US" altLang="zh-CN" sz="2800" b="0" i="0" u="none" strike="noStrike" kern="0" cap="none" spc="0" baseline="0">
              <a:solidFill>
                <a:srgbClr val="000000"/>
              </a:solidFill>
              <a:latin typeface="Times New Roman" pitchFamily="0" charset="0"/>
              <a:ea typeface="Arial" pitchFamily="0" charset="0"/>
              <a:cs typeface="Times New Roman" pitchFamily="0" charset="0"/>
            </a:endParaRPr>
          </a:p>
          <a:p>
            <a:pPr marL="457200" indent="-457200" algn="just">
              <a:lnSpc>
                <a:spcPct val="150000"/>
              </a:lnSpc>
              <a:spcBef>
                <a:spcPts val="0"/>
              </a:spcBef>
              <a:spcAft>
                <a:spcPts val="0"/>
              </a:spcAft>
              <a:buSzPts val="3200"/>
              <a:buFontTx/>
              <a:buAutoNum type="arabicPeriod"/>
            </a:pPr>
            <a:r>
              <a:rPr lang="en-US" altLang="zh-CN" sz="2800" b="1" i="0" u="none" strike="noStrike" kern="0" cap="none" spc="0" baseline="0">
                <a:solidFill>
                  <a:srgbClr val="000000"/>
                </a:solidFill>
                <a:latin typeface="Times New Roman" pitchFamily="0" charset="0"/>
                <a:ea typeface="Arial" pitchFamily="0" charset="0"/>
                <a:cs typeface="Times New Roman" pitchFamily="0" charset="0"/>
              </a:rPr>
              <a:t>Alert &amp; Notification Module </a:t>
            </a:r>
            <a:r>
              <a:rPr lang="en-US" altLang="zh-CN" sz="2800" b="0" i="0" u="none" strike="noStrike" kern="0" cap="none" spc="0" baseline="0">
                <a:solidFill>
                  <a:srgbClr val="000000"/>
                </a:solidFill>
                <a:latin typeface="Times New Roman" pitchFamily="0" charset="0"/>
                <a:ea typeface="Arial" pitchFamily="0" charset="0"/>
                <a:cs typeface="Times New Roman" pitchFamily="0" charset="0"/>
              </a:rPr>
              <a:t>: Sends real-time alerts via SMS/Email to the public and rescue teams.</a:t>
            </a:r>
            <a:endParaRPr lang="zh-CN" altLang="en-US" sz="2800" b="0" i="0" u="none" strike="noStrike" kern="0" cap="none" spc="0" baseline="0">
              <a:solidFill>
                <a:srgbClr val="000000"/>
              </a:solidFill>
              <a:latin typeface="Times New Roman" pitchFamily="0" charset="0"/>
              <a:ea typeface="Arial" pitchFamily="0" charset="0"/>
              <a:cs typeface="Times New Roman" pitchFamily="0" charset="0"/>
            </a:endParaRPr>
          </a:p>
        </p:txBody>
      </p:sp>
      <p:sp>
        <p:nvSpPr>
          <p:cNvPr id="69" name="文本框"/>
          <p:cNvSpPr>
            <a:spLocks noGrp="1"/>
          </p:cNvSpPr>
          <p:nvPr>
            <p:ph type="dt" idx="10"/>
          </p:nvPr>
        </p:nvSpPr>
        <p:spPr>
          <a:xfrm rot="0">
            <a:off x="609600" y="6356349"/>
            <a:ext cx="2843213" cy="363536"/>
          </a:xfrm>
          <a:prstGeom prst="rect"/>
          <a:noFill/>
          <a:ln cmpd="sng" cap="flat">
            <a:noFill/>
            <a:prstDash val="solid"/>
            <a:miter/>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1200" b="0" i="0" u="none" strike="noStrike" kern="0" cap="none" spc="0" baseline="0">
                <a:solidFill>
                  <a:srgbClr val="8B8B8B"/>
                </a:solidFill>
                <a:latin typeface="Calibri" pitchFamily="0" charset="0"/>
                <a:ea typeface="Calibri" pitchFamily="0" charset="0"/>
                <a:cs typeface="Calibri" pitchFamily="0" charset="0"/>
                <a:sym typeface="Calibri" pitchFamily="0" charset="0"/>
              </a:rPr>
              <a:t>2/6/2025</a:t>
            </a:r>
            <a:endParaRPr lang="zh-CN" altLang="en-US" sz="1200" b="0" i="0" u="none" strike="noStrike" kern="0" cap="none" spc="0" baseline="0">
              <a:solidFill>
                <a:srgbClr val="8B8B8B"/>
              </a:solidFill>
              <a:latin typeface="Calibri" pitchFamily="0" charset="0"/>
              <a:ea typeface="Calibri" pitchFamily="0" charset="0"/>
              <a:cs typeface="Calibri" pitchFamily="0" charset="0"/>
              <a:sym typeface="Calibri" pitchFamily="0" charset="0"/>
            </a:endParaRPr>
          </a:p>
        </p:txBody>
      </p:sp>
    </p:spTree>
    <p:extLst>
      <p:ext uri="{BB962C8B-B14F-4D97-AF65-F5344CB8AC3E}">
        <p14:creationId xmlns:p14="http://schemas.microsoft.com/office/powerpoint/2010/main" val="365656666"/>
      </p:ext>
    </p:extLst>
  </p:cSld>
  <p:clrMapOvr>
    <a:masterClrMapping/>
  </p:clrMapOvr>
</p:sld>
</file>

<file path=ppt/slides/slide7.xml><?xml version="1.0" encoding="utf-8"?>
<p:sld xmlns:p="http://schemas.openxmlformats.org/presentationml/2006/main" xmlns:r="http://schemas.openxmlformats.org/officeDocument/2006/relationships" xmlns:a="http://schemas.openxmlformats.org/drawingml/2006/main">
  <p:cSld>
    <p:bg>
      <p:bgPr>
        <a:solidFill>
          <a:srgbClr val="FFFFFF"/>
        </a:solidFill>
      </p:bgPr>
    </p:bg>
    <p:spTree>
      <p:nvGrpSpPr>
        <p:cNvPr id="1" name=""/>
        <p:cNvGrpSpPr/>
        <p:nvPr/>
      </p:nvGrpSpPr>
      <p:grpSpPr>
        <a:xfrm>
          <a:off x="0" y="0"/>
          <a:ext cx="0" cy="0"/>
          <a:chOff x="0" y="0"/>
          <a:chExt cx="0" cy="0"/>
        </a:xfrm>
      </p:grpSpPr>
      <p:sp>
        <p:nvSpPr>
          <p:cNvPr id="72" name="文本框"/>
          <p:cNvSpPr>
            <a:spLocks noGrp="1"/>
          </p:cNvSpPr>
          <p:nvPr>
            <p:ph type="title"/>
          </p:nvPr>
        </p:nvSpPr>
        <p:spPr>
          <a:xfrm rot="0">
            <a:off x="609600" y="274638"/>
            <a:ext cx="10971300" cy="1141500"/>
          </a:xfrm>
          <a:prstGeom prst="rect"/>
          <a:noFill/>
          <a:ln w="12700" cmpd="sng" cap="flat">
            <a:noFill/>
            <a:prstDash val="solid"/>
            <a:round/>
          </a:ln>
        </p:spPr>
        <p:txBody>
          <a:bodyPr vert="horz" wrap="square" lIns="91425" tIns="45700" rIns="91425" bIns="45700" anchor="ctr" anchorCtr="0">
            <a:prstTxWarp prst="textNoShape"/>
          </a:bodyPr>
          <a:lstStyle/>
          <a:p>
            <a:pPr marL="0" indent="0" algn="ctr">
              <a:lnSpc>
                <a:spcPct val="100000"/>
              </a:lnSpc>
              <a:spcBef>
                <a:spcPts val="0"/>
              </a:spcBef>
              <a:spcAft>
                <a:spcPts val="0"/>
              </a:spcAft>
              <a:buSzPts val="3000"/>
            </a:pPr>
            <a:r>
              <a:rPr lang="en-US" altLang="zh-CN" sz="3000" b="1" i="0" u="none" strike="noStrike" kern="0" cap="none" spc="0" baseline="0">
                <a:solidFill>
                  <a:srgbClr val="0070C0"/>
                </a:solidFill>
                <a:latin typeface="Times New Roman" pitchFamily="0" charset="0"/>
                <a:ea typeface="Arial" pitchFamily="0" charset="0"/>
                <a:cs typeface="Times New Roman" pitchFamily="0" charset="0"/>
                <a:sym typeface="Arial" pitchFamily="0" charset="0"/>
              </a:rPr>
              <a:t>MODULES USED</a:t>
            </a:r>
            <a:endParaRPr lang="zh-CN" altLang="en-US" sz="3000" b="1" i="0" u="none" strike="noStrike" kern="0" cap="none" spc="0" baseline="0">
              <a:solidFill>
                <a:srgbClr val="000000"/>
              </a:solidFill>
              <a:latin typeface="Times New Roman" pitchFamily="0" charset="0"/>
              <a:ea typeface="Arial" pitchFamily="0" charset="0"/>
              <a:cs typeface="Times New Roman" pitchFamily="0" charset="0"/>
              <a:sym typeface="Arial" pitchFamily="0" charset="0"/>
            </a:endParaRPr>
          </a:p>
        </p:txBody>
      </p:sp>
      <p:pic>
        <p:nvPicPr>
          <p:cNvPr id="73" name="图片"/>
          <p:cNvPicPr>
            <a:picLocks/>
          </p:cNvPicPr>
          <p:nvPr/>
        </p:nvPicPr>
        <p:blipFill>
          <a:blip r:embed="rId1" cstate="print"/>
          <a:stretch>
            <a:fillRect/>
          </a:stretch>
        </p:blipFill>
        <p:spPr>
          <a:xfrm rot="0">
            <a:off x="831850" y="214313"/>
            <a:ext cx="1066800" cy="1057275"/>
          </a:xfrm>
          <a:prstGeom prst="rect"/>
          <a:noFill/>
          <a:ln w="12700" cmpd="sng" cap="flat">
            <a:noFill/>
            <a:prstDash val="solid"/>
            <a:round/>
          </a:ln>
        </p:spPr>
      </p:pic>
      <p:pic>
        <p:nvPicPr>
          <p:cNvPr id="74" name="图片" descr="KRCE Tiruchirappalli : Admission 2024, Courses, Fees, Placement, Cut Off"/>
          <p:cNvPicPr>
            <a:picLocks/>
          </p:cNvPicPr>
          <p:nvPr/>
        </p:nvPicPr>
        <p:blipFill>
          <a:blip r:embed="rId2" cstate="print"/>
          <a:stretch>
            <a:fillRect/>
          </a:stretch>
        </p:blipFill>
        <p:spPr>
          <a:xfrm rot="0">
            <a:off x="10056813" y="333375"/>
            <a:ext cx="1219200" cy="1181100"/>
          </a:xfrm>
          <a:prstGeom prst="rect"/>
          <a:noFill/>
          <a:ln w="12700" cmpd="sng" cap="flat">
            <a:noFill/>
            <a:prstDash val="solid"/>
            <a:round/>
          </a:ln>
        </p:spPr>
      </p:pic>
      <p:sp>
        <p:nvSpPr>
          <p:cNvPr id="75" name="文本框"/>
          <p:cNvSpPr>
            <a:spLocks noGrp="1"/>
          </p:cNvSpPr>
          <p:nvPr>
            <p:ph type="body" idx="1"/>
          </p:nvPr>
        </p:nvSpPr>
        <p:spPr>
          <a:xfrm rot="0">
            <a:off x="873813" y="1330323"/>
            <a:ext cx="10402200" cy="5026025"/>
          </a:xfrm>
          <a:prstGeom prst="rect"/>
          <a:noFill/>
          <a:ln w="12700" cmpd="sng" cap="flat">
            <a:noFill/>
            <a:prstDash val="solid"/>
            <a:round/>
          </a:ln>
        </p:spPr>
        <p:txBody>
          <a:bodyPr vert="horz" wrap="square" lIns="91425" tIns="45700" rIns="91425" bIns="45700" anchor="ctr" anchorCtr="0">
            <a:prstTxWarp prst="textNoShape"/>
          </a:bodyPr>
          <a:lstStyle/>
          <a:p>
            <a:pPr marL="0" indent="0" algn="just">
              <a:lnSpc>
                <a:spcPct val="150000"/>
              </a:lnSpc>
              <a:spcBef>
                <a:spcPts val="0"/>
              </a:spcBef>
              <a:spcAft>
                <a:spcPts val="0"/>
              </a:spcAft>
              <a:buNone/>
            </a:pPr>
            <a:r>
              <a:rPr lang="en-US" altLang="zh-CN" sz="3000" b="1" i="0" u="none" strike="noStrike" kern="0" cap="none" spc="0" baseline="0">
                <a:solidFill>
                  <a:srgbClr val="000000"/>
                </a:solidFill>
                <a:latin typeface="Times New Roman" pitchFamily="0" charset="0"/>
                <a:ea typeface="Arial" pitchFamily="0" charset="0"/>
                <a:cs typeface="Times New Roman" pitchFamily="0" charset="0"/>
              </a:rPr>
              <a:t>4.Resource Management Module </a:t>
            </a:r>
            <a:r>
              <a:rPr lang="en-US" altLang="zh-CN" sz="3000" b="0" i="0" u="none" strike="noStrike" kern="0" cap="none" spc="0" baseline="0">
                <a:solidFill>
                  <a:srgbClr val="000000"/>
                </a:solidFill>
                <a:latin typeface="Times New Roman" pitchFamily="0" charset="0"/>
                <a:ea typeface="Arial" pitchFamily="0" charset="0"/>
                <a:cs typeface="Times New Roman" pitchFamily="0" charset="0"/>
              </a:rPr>
              <a:t>: Tracks and manages resources like shelters, medical kits, food, and vehicles.</a:t>
            </a:r>
            <a:endParaRPr lang="en-US" altLang="zh-CN" sz="3000" b="0" i="0" u="none" strike="noStrike" kern="0" cap="none" spc="0" baseline="0">
              <a:solidFill>
                <a:srgbClr val="000000"/>
              </a:solidFill>
              <a:latin typeface="Times New Roman" pitchFamily="0" charset="0"/>
              <a:ea typeface="Arial" pitchFamily="0" charset="0"/>
              <a:cs typeface="Times New Roman" pitchFamily="0" charset="0"/>
            </a:endParaRPr>
          </a:p>
          <a:p>
            <a:pPr marL="0" indent="0" algn="just">
              <a:lnSpc>
                <a:spcPct val="150000"/>
              </a:lnSpc>
              <a:spcBef>
                <a:spcPts val="0"/>
              </a:spcBef>
              <a:spcAft>
                <a:spcPts val="0"/>
              </a:spcAft>
              <a:buNone/>
            </a:pPr>
            <a:r>
              <a:rPr lang="en-US" altLang="zh-CN" sz="3000" b="1" i="0" u="none" strike="noStrike" kern="0" cap="none" spc="0" baseline="0">
                <a:solidFill>
                  <a:srgbClr val="000000"/>
                </a:solidFill>
                <a:latin typeface="Times New Roman" pitchFamily="0" charset="0"/>
                <a:ea typeface="Arial" pitchFamily="0" charset="0"/>
                <a:cs typeface="Times New Roman" pitchFamily="0" charset="0"/>
              </a:rPr>
              <a:t>5. Rescue &amp; Coordination Module </a:t>
            </a:r>
            <a:r>
              <a:rPr lang="en-US" altLang="zh-CN" sz="3000" b="0" i="0" u="none" strike="noStrike" kern="0" cap="none" spc="0" baseline="0">
                <a:solidFill>
                  <a:srgbClr val="000000"/>
                </a:solidFill>
                <a:latin typeface="Times New Roman" pitchFamily="0" charset="0"/>
                <a:ea typeface="Arial" pitchFamily="0" charset="0"/>
                <a:cs typeface="Times New Roman" pitchFamily="0" charset="0"/>
              </a:rPr>
              <a:t>: Assigns rescue tasks, monitors operations, and enables communication between authorities and teams.</a:t>
            </a:r>
            <a:endParaRPr lang="en-US" altLang="zh-CN" sz="3000" b="0" i="0" u="none" strike="noStrike" kern="0" cap="none" spc="0" baseline="0">
              <a:solidFill>
                <a:srgbClr val="000000"/>
              </a:solidFill>
              <a:latin typeface="Times New Roman" pitchFamily="0" charset="0"/>
              <a:ea typeface="Arial" pitchFamily="0" charset="0"/>
              <a:cs typeface="Times New Roman" pitchFamily="0" charset="0"/>
            </a:endParaRPr>
          </a:p>
          <a:p>
            <a:pPr marL="0" indent="0" algn="just">
              <a:lnSpc>
                <a:spcPct val="150000"/>
              </a:lnSpc>
              <a:spcBef>
                <a:spcPts val="0"/>
              </a:spcBef>
              <a:spcAft>
                <a:spcPts val="0"/>
              </a:spcAft>
              <a:buNone/>
            </a:pPr>
            <a:r>
              <a:rPr lang="en-US" altLang="zh-CN" sz="3000" b="1" i="0" u="none" strike="noStrike" kern="0" cap="none" spc="0" baseline="0">
                <a:solidFill>
                  <a:srgbClr val="000000"/>
                </a:solidFill>
                <a:latin typeface="Times New Roman" pitchFamily="0" charset="0"/>
                <a:ea typeface="Arial" pitchFamily="0" charset="0"/>
                <a:cs typeface="Times New Roman" pitchFamily="0" charset="0"/>
              </a:rPr>
              <a:t>6. Data Analysis &amp; Report Module </a:t>
            </a:r>
            <a:r>
              <a:rPr lang="en-US" altLang="zh-CN" sz="3000" b="0" i="0" u="none" strike="noStrike" kern="0" cap="none" spc="0" baseline="0">
                <a:solidFill>
                  <a:srgbClr val="000000"/>
                </a:solidFill>
                <a:latin typeface="Times New Roman" pitchFamily="0" charset="0"/>
                <a:ea typeface="Arial" pitchFamily="0" charset="0"/>
                <a:cs typeface="Times New Roman" pitchFamily="0" charset="0"/>
              </a:rPr>
              <a:t>: Generates reports, evaluates disaster impact, and supports future preparedness planning.</a:t>
            </a:r>
            <a:endParaRPr lang="zh-CN" altLang="en-US" sz="3000" b="0" i="0" u="none" strike="noStrike" kern="0" cap="none" spc="0" baseline="0">
              <a:solidFill>
                <a:srgbClr val="000000"/>
              </a:solidFill>
              <a:latin typeface="Times New Roman" pitchFamily="0" charset="0"/>
              <a:ea typeface="Arial" pitchFamily="0" charset="0"/>
              <a:cs typeface="Times New Roman" pitchFamily="0" charset="0"/>
            </a:endParaRPr>
          </a:p>
        </p:txBody>
      </p:sp>
      <p:sp>
        <p:nvSpPr>
          <p:cNvPr id="76" name="文本框"/>
          <p:cNvSpPr>
            <a:spLocks noGrp="1"/>
          </p:cNvSpPr>
          <p:nvPr>
            <p:ph type="dt" idx="10"/>
          </p:nvPr>
        </p:nvSpPr>
        <p:spPr>
          <a:xfrm rot="0">
            <a:off x="609600" y="6356349"/>
            <a:ext cx="2843213" cy="363536"/>
          </a:xfrm>
          <a:prstGeom prst="rect"/>
          <a:noFill/>
          <a:ln cmpd="sng" cap="flat">
            <a:noFill/>
            <a:prstDash val="solid"/>
            <a:miter/>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1200" b="0" i="0" u="none" strike="noStrike" kern="0" cap="none" spc="0" baseline="0">
                <a:solidFill>
                  <a:srgbClr val="8B8B8B"/>
                </a:solidFill>
                <a:latin typeface="Calibri" pitchFamily="0" charset="0"/>
                <a:ea typeface="Calibri" pitchFamily="0" charset="0"/>
                <a:cs typeface="Calibri" pitchFamily="0" charset="0"/>
                <a:sym typeface="Calibri" pitchFamily="0" charset="0"/>
              </a:rPr>
              <a:t>2/6/2025</a:t>
            </a:r>
            <a:endParaRPr lang="zh-CN" altLang="en-US" sz="1200" b="0" i="0" u="none" strike="noStrike" kern="0" cap="none" spc="0" baseline="0">
              <a:solidFill>
                <a:srgbClr val="8B8B8B"/>
              </a:solidFill>
              <a:latin typeface="Calibri" pitchFamily="0" charset="0"/>
              <a:ea typeface="Calibri" pitchFamily="0" charset="0"/>
              <a:cs typeface="Calibri" pitchFamily="0" charset="0"/>
              <a:sym typeface="Calibri" pitchFamily="0" charset="0"/>
            </a:endParaRPr>
          </a:p>
        </p:txBody>
      </p:sp>
    </p:spTree>
    <p:extLst>
      <p:ext uri="{BB962C8B-B14F-4D97-AF65-F5344CB8AC3E}">
        <p14:creationId xmlns:p14="http://schemas.microsoft.com/office/powerpoint/2010/main" val="941744220"/>
      </p:ext>
    </p:extLst>
  </p:cSld>
  <p:clrMapOvr>
    <a:masterClrMapping/>
  </p:clrMapOvr>
</p:sld>
</file>

<file path=ppt/slides/slide8.xml><?xml version="1.0" encoding="utf-8"?>
<p:sld xmlns:p="http://schemas.openxmlformats.org/presentationml/2006/main" xmlns:r="http://schemas.openxmlformats.org/officeDocument/2006/relationships" xmlns:a="http://schemas.openxmlformats.org/drawingml/2006/main">
  <p:cSld>
    <p:bg>
      <p:bgPr>
        <a:solidFill>
          <a:srgbClr val="FFFFFF"/>
        </a:solidFill>
      </p:bgPr>
    </p:bg>
    <p:spTree>
      <p:nvGrpSpPr>
        <p:cNvPr id="1" name=""/>
        <p:cNvGrpSpPr/>
        <p:nvPr/>
      </p:nvGrpSpPr>
      <p:grpSpPr>
        <a:xfrm>
          <a:off x="0" y="0"/>
          <a:ext cx="0" cy="0"/>
          <a:chOff x="0" y="0"/>
          <a:chExt cx="0" cy="0"/>
        </a:xfrm>
      </p:grpSpPr>
      <p:sp>
        <p:nvSpPr>
          <p:cNvPr id="79" name="文本框"/>
          <p:cNvSpPr>
            <a:spLocks noGrp="1"/>
          </p:cNvSpPr>
          <p:nvPr>
            <p:ph type="title"/>
          </p:nvPr>
        </p:nvSpPr>
        <p:spPr>
          <a:xfrm rot="0">
            <a:off x="609600" y="274638"/>
            <a:ext cx="10971300" cy="1141500"/>
          </a:xfrm>
          <a:prstGeom prst="rect"/>
          <a:noFill/>
          <a:ln w="12700" cmpd="sng" cap="flat">
            <a:noFill/>
            <a:prstDash val="solid"/>
            <a:round/>
          </a:ln>
        </p:spPr>
        <p:txBody>
          <a:bodyPr vert="horz" wrap="square" lIns="91425" tIns="45700" rIns="91425" bIns="45700" anchor="ctr" anchorCtr="0">
            <a:prstTxWarp prst="textNoShape"/>
          </a:bodyPr>
          <a:lstStyle/>
          <a:p>
            <a:pPr marL="0" indent="0" algn="ctr">
              <a:lnSpc>
                <a:spcPct val="100000"/>
              </a:lnSpc>
              <a:spcBef>
                <a:spcPts val="0"/>
              </a:spcBef>
              <a:spcAft>
                <a:spcPts val="0"/>
              </a:spcAft>
              <a:buNone/>
            </a:pPr>
            <a:r>
              <a:rPr lang="en-US" altLang="zh-CN" sz="3000" b="1" i="0" u="none" strike="noStrike" kern="0" cap="none" spc="0" baseline="0">
                <a:solidFill>
                  <a:srgbClr val="0070C0"/>
                </a:solidFill>
                <a:latin typeface="Times New Roman" pitchFamily="0" charset="0"/>
                <a:ea typeface="Arial" pitchFamily="0" charset="0"/>
                <a:cs typeface="Times New Roman" pitchFamily="0" charset="0"/>
                <a:sym typeface="Arial" pitchFamily="0" charset="0"/>
              </a:rPr>
              <a:t>CONCLUSION</a:t>
            </a:r>
            <a:endParaRPr lang="zh-CN" altLang="en-US" sz="3000" b="1" i="0" u="none" strike="noStrike" kern="0" cap="none" spc="0" baseline="0">
              <a:solidFill>
                <a:srgbClr val="0070C0"/>
              </a:solidFill>
              <a:latin typeface="Times New Roman" pitchFamily="0" charset="0"/>
              <a:ea typeface="Arial" pitchFamily="0" charset="0"/>
              <a:cs typeface="Times New Roman" pitchFamily="0" charset="0"/>
              <a:sym typeface="Arial" pitchFamily="0" charset="0"/>
            </a:endParaRPr>
          </a:p>
        </p:txBody>
      </p:sp>
      <p:pic>
        <p:nvPicPr>
          <p:cNvPr id="80" name="图片"/>
          <p:cNvPicPr>
            <a:picLocks/>
          </p:cNvPicPr>
          <p:nvPr/>
        </p:nvPicPr>
        <p:blipFill>
          <a:blip r:embed="rId1" cstate="print"/>
          <a:stretch>
            <a:fillRect/>
          </a:stretch>
        </p:blipFill>
        <p:spPr>
          <a:xfrm rot="0">
            <a:off x="831850" y="214313"/>
            <a:ext cx="1066800" cy="1057275"/>
          </a:xfrm>
          <a:prstGeom prst="rect"/>
          <a:noFill/>
          <a:ln w="12700" cmpd="sng" cap="flat">
            <a:noFill/>
            <a:prstDash val="solid"/>
            <a:round/>
          </a:ln>
        </p:spPr>
      </p:pic>
      <p:pic>
        <p:nvPicPr>
          <p:cNvPr id="81" name="图片" descr="KRCE Tiruchirappalli : Admission 2024, Courses, Fees, Placement, Cut Off"/>
          <p:cNvPicPr>
            <a:picLocks/>
          </p:cNvPicPr>
          <p:nvPr/>
        </p:nvPicPr>
        <p:blipFill>
          <a:blip r:embed="rId2" cstate="print"/>
          <a:stretch>
            <a:fillRect/>
          </a:stretch>
        </p:blipFill>
        <p:spPr>
          <a:xfrm rot="0">
            <a:off x="10056813" y="333375"/>
            <a:ext cx="1219200" cy="1181100"/>
          </a:xfrm>
          <a:prstGeom prst="rect"/>
          <a:noFill/>
          <a:ln w="12700" cmpd="sng" cap="flat">
            <a:noFill/>
            <a:prstDash val="solid"/>
            <a:round/>
          </a:ln>
        </p:spPr>
      </p:pic>
      <p:sp>
        <p:nvSpPr>
          <p:cNvPr id="82" name="文本框"/>
          <p:cNvSpPr>
            <a:spLocks noGrp="1"/>
          </p:cNvSpPr>
          <p:nvPr>
            <p:ph type="body" idx="1"/>
          </p:nvPr>
        </p:nvSpPr>
        <p:spPr>
          <a:xfrm rot="0">
            <a:off x="873813" y="1445335"/>
            <a:ext cx="10402200" cy="4524298"/>
          </a:xfrm>
          <a:prstGeom prst="rect"/>
          <a:noFill/>
          <a:ln w="12700" cmpd="sng" cap="flat">
            <a:noFill/>
            <a:prstDash val="solid"/>
            <a:round/>
          </a:ln>
        </p:spPr>
        <p:txBody>
          <a:bodyPr vert="horz" wrap="square" lIns="91425" tIns="45700" rIns="91425" bIns="45700" anchor="ctr" anchorCtr="0">
            <a:prstTxWarp prst="textNoShape"/>
          </a:bodyPr>
          <a:lstStyle/>
          <a:p>
            <a:pPr marL="457200" indent="-457200" algn="just">
              <a:lnSpc>
                <a:spcPct val="150000"/>
              </a:lnSpc>
              <a:spcBef>
                <a:spcPts val="0"/>
              </a:spcBef>
              <a:spcAft>
                <a:spcPts val="0"/>
              </a:spcAft>
              <a:buSzPts val="3200"/>
              <a:buFont typeface="Wingdings" pitchFamily="2" charset="2"/>
              <a:buChar char="Ø"/>
            </a:pPr>
            <a:r>
              <a:rPr lang="en-US" altLang="zh-CN" sz="2800" b="0" i="0" u="none" strike="noStrike" kern="0" cap="none" spc="0" baseline="0">
                <a:solidFill>
                  <a:srgbClr val="000000"/>
                </a:solidFill>
                <a:latin typeface="Times New Roman" pitchFamily="0" charset="0"/>
                <a:ea typeface="Arial" pitchFamily="0" charset="0"/>
                <a:cs typeface="Times New Roman" pitchFamily="0" charset="0"/>
              </a:rPr>
              <a:t>The Disaster Management System developed in Java provides an effective way to manage disasters by sending timely alerts, managing resources, and coordinating rescue operations. It improves communication between authorities and citizens, reduces the impact of disasters, and supports future preparedness through proper data analysis and reporting</a:t>
            </a:r>
            <a:r>
              <a:rPr lang="en-US" altLang="zh-CN" sz="2400" b="0" i="0" u="none" strike="noStrike" kern="0" cap="none" spc="0" baseline="0">
                <a:solidFill>
                  <a:srgbClr val="000000"/>
                </a:solidFill>
                <a:latin typeface="Times New Roman" pitchFamily="0" charset="0"/>
                <a:ea typeface="Arial" pitchFamily="0" charset="0"/>
                <a:cs typeface="Times New Roman" pitchFamily="0" charset="0"/>
              </a:rPr>
              <a:t>.</a:t>
            </a:r>
            <a:endParaRPr lang="zh-CN" altLang="en-US" sz="2400" b="0" i="0" u="none" strike="noStrike" kern="0" cap="none" spc="0" baseline="0">
              <a:solidFill>
                <a:srgbClr val="000000"/>
              </a:solidFill>
              <a:latin typeface="Times New Roman" pitchFamily="0" charset="0"/>
              <a:ea typeface="Arial" pitchFamily="0" charset="0"/>
              <a:cs typeface="Times New Roman" pitchFamily="0" charset="0"/>
            </a:endParaRPr>
          </a:p>
        </p:txBody>
      </p:sp>
      <p:sp>
        <p:nvSpPr>
          <p:cNvPr id="83" name="文本框"/>
          <p:cNvSpPr>
            <a:spLocks noGrp="1"/>
          </p:cNvSpPr>
          <p:nvPr>
            <p:ph type="dt" idx="10"/>
          </p:nvPr>
        </p:nvSpPr>
        <p:spPr>
          <a:xfrm rot="0">
            <a:off x="609600" y="6356349"/>
            <a:ext cx="2843213" cy="363536"/>
          </a:xfrm>
          <a:prstGeom prst="rect"/>
          <a:noFill/>
          <a:ln cmpd="sng" cap="flat">
            <a:noFill/>
            <a:prstDash val="solid"/>
            <a:miter/>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1200" b="0" i="0" u="none" strike="noStrike" kern="0" cap="none" spc="0" baseline="0">
                <a:solidFill>
                  <a:srgbClr val="8B8B8B"/>
                </a:solidFill>
                <a:latin typeface="Calibri" pitchFamily="0" charset="0"/>
                <a:ea typeface="Calibri" pitchFamily="0" charset="0"/>
                <a:cs typeface="Calibri" pitchFamily="0" charset="0"/>
                <a:sym typeface="Calibri" pitchFamily="0" charset="0"/>
              </a:rPr>
              <a:t>2/6/2025</a:t>
            </a:r>
            <a:endParaRPr lang="zh-CN" altLang="en-US" sz="1200" b="0" i="0" u="none" strike="noStrike" kern="0" cap="none" spc="0" baseline="0">
              <a:solidFill>
                <a:srgbClr val="8B8B8B"/>
              </a:solidFill>
              <a:latin typeface="Calibri" pitchFamily="0" charset="0"/>
              <a:ea typeface="Calibri" pitchFamily="0" charset="0"/>
              <a:cs typeface="Calibri" pitchFamily="0" charset="0"/>
              <a:sym typeface="Calibri" pitchFamily="0" charset="0"/>
            </a:endParaRPr>
          </a:p>
        </p:txBody>
      </p:sp>
    </p:spTree>
    <p:extLst>
      <p:ext uri="{BB962C8B-B14F-4D97-AF65-F5344CB8AC3E}">
        <p14:creationId xmlns:p14="http://schemas.microsoft.com/office/powerpoint/2010/main" val="319182055"/>
      </p:ext>
    </p:extLst>
  </p:cSld>
  <p:clrMapOvr>
    <a:masterClrMapping/>
  </p:clrMapOvr>
</p:sld>
</file>

<file path=ppt/slides/slide9.xml><?xml version="1.0" encoding="utf-8"?>
<p:sld xmlns:p="http://schemas.openxmlformats.org/presentationml/2006/main" xmlns:r="http://schemas.openxmlformats.org/officeDocument/2006/relationships" xmlns:a="http://schemas.openxmlformats.org/drawingml/2006/main">
  <p:cSld>
    <p:bg>
      <p:bgPr>
        <a:solidFill>
          <a:srgbClr val="FFFFFF"/>
        </a:solidFill>
      </p:bgPr>
    </p:bg>
    <p:spTree>
      <p:nvGrpSpPr>
        <p:cNvPr id="1" name=""/>
        <p:cNvGrpSpPr/>
        <p:nvPr/>
      </p:nvGrpSpPr>
      <p:grpSpPr>
        <a:xfrm>
          <a:off x="0" y="0"/>
          <a:ext cx="0" cy="0"/>
          <a:chOff x="0" y="0"/>
          <a:chExt cx="0" cy="0"/>
        </a:xfrm>
      </p:grpSpPr>
      <p:sp>
        <p:nvSpPr>
          <p:cNvPr id="86" name="文本框"/>
          <p:cNvSpPr>
            <a:spLocks noGrp="1"/>
          </p:cNvSpPr>
          <p:nvPr>
            <p:ph type="dt" idx="10"/>
          </p:nvPr>
        </p:nvSpPr>
        <p:spPr>
          <a:xfrm rot="0">
            <a:off x="609600" y="6356349"/>
            <a:ext cx="2843213" cy="363536"/>
          </a:xfrm>
          <a:prstGeom prst="rect"/>
          <a:noFill/>
          <a:ln cmpd="sng" cap="flat">
            <a:noFill/>
            <a:prstDash val="solid"/>
            <a:miter/>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r>
              <a:rPr lang="en-US" altLang="zh-CN" sz="1200" b="0" i="0" u="none" strike="noStrike" kern="0" cap="none" spc="0" baseline="0">
                <a:solidFill>
                  <a:srgbClr val="8B8B8B"/>
                </a:solidFill>
                <a:latin typeface="Calibri" pitchFamily="0" charset="0"/>
                <a:ea typeface="Calibri" pitchFamily="0" charset="0"/>
                <a:cs typeface="Calibri" pitchFamily="0" charset="0"/>
                <a:sym typeface="Calibri" pitchFamily="0" charset="0"/>
              </a:rPr>
              <a:t>2/6/2025</a:t>
            </a:r>
            <a:endParaRPr lang="zh-CN" altLang="en-US" sz="1200" b="0" i="0" u="none" strike="noStrike" kern="0" cap="none" spc="0" baseline="0">
              <a:solidFill>
                <a:srgbClr val="8B8B8B"/>
              </a:solidFill>
              <a:latin typeface="Calibri" pitchFamily="0" charset="0"/>
              <a:ea typeface="Calibri" pitchFamily="0" charset="0"/>
              <a:cs typeface="Calibri" pitchFamily="0" charset="0"/>
              <a:sym typeface="Calibri" pitchFamily="0" charset="0"/>
            </a:endParaRPr>
          </a:p>
        </p:txBody>
      </p:sp>
      <p:pic>
        <p:nvPicPr>
          <p:cNvPr id="87" name="图片" descr="Purple flowers and leaves on a white background&#10;&#10;AI-generated content may be incorrect."/>
          <p:cNvPicPr>
            <a:picLocks noChangeAspect="1"/>
          </p:cNvPicPr>
          <p:nvPr/>
        </p:nvPicPr>
        <p:blipFill>
          <a:blip r:embed="rId1" cstate="print"/>
          <a:stretch>
            <a:fillRect/>
          </a:stretch>
        </p:blipFill>
        <p:spPr>
          <a:xfrm rot="0">
            <a:off x="1223617" y="90488"/>
            <a:ext cx="9347200" cy="6629400"/>
          </a:xfrm>
          <a:prstGeom prst="rect"/>
          <a:noFill/>
          <a:ln w="12700" cmpd="sng" cap="flat">
            <a:noFill/>
            <a:prstDash val="solid"/>
            <a:miter/>
          </a:ln>
        </p:spPr>
      </p:pic>
    </p:spTree>
    <p:extLst>
      <p:ext uri="{BB962C8B-B14F-4D97-AF65-F5344CB8AC3E}">
        <p14:creationId xmlns:p14="http://schemas.microsoft.com/office/powerpoint/2010/main" val="90108332"/>
      </p:ext>
    </p:extLst>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808080"/>
      </a:dk2>
      <a:lt2>
        <a:srgbClr val="00000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Theme">
      <a:majorFont>
        <a:latin typeface=""/>
        <a:ea typeface=""/>
        <a:cs typeface=""/>
      </a:majorFont>
      <a:minorFont>
        <a:latin typeface=""/>
        <a:ea typeface=""/>
        <a:cs typeface=""/>
      </a:minorFont>
    </a:fontScheme>
    <a:fmtScheme name="Office Theme">
      <a:fillStyleLst>
        <a:solidFill>
          <a:schemeClr val="phClr"/>
        </a:solidFill>
        <a:gradFill/>
        <a:gradFill/>
      </a:fillStyleLst>
      <a:lnStyleLst>
        <a:ln/>
        <a:ln/>
        <a:ln/>
      </a:lnStyleLst>
      <a:effectStyleLst>
        <a:effectStyle>
          <a:effectLst/>
        </a:effectStyle>
        <a:effectStyle>
          <a:effectLst/>
        </a:effectStyle>
        <a:effectStyle>
          <a:effectLst/>
        </a:effectStyle>
      </a:effectStyleLst>
      <a:bgFillStyleLst>
        <a:solidFill>
          <a:schemeClr val="phClr"/>
        </a:solidFill>
        <a:gradFill/>
        <a:gradFill/>
      </a:bgFillStyleLst>
    </a:fmtScheme>
  </a:themeElements>
</a:theme>
</file>

<file path=ppt/theme/theme2.xml><?xml version="1.0" encoding="utf-8"?>
<a:theme xmlns:a="http://schemas.openxmlformats.org/drawingml/2006/main" name="1_Office Theme">
  <a:themeElements>
    <a:clrScheme name="1_Office Theme">
      <a:dk1>
        <a:srgbClr val="000000"/>
      </a:dk1>
      <a:lt1>
        <a:srgbClr val="FFFFFF"/>
      </a:lt1>
      <a:dk2>
        <a:srgbClr val="808080"/>
      </a:dk2>
      <a:lt2>
        <a:srgbClr val="00000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1_Office Theme">
      <a:majorFont>
        <a:latin typeface=""/>
        <a:ea typeface=""/>
        <a:cs typeface=""/>
      </a:majorFont>
      <a:minorFont>
        <a:latin typeface=""/>
        <a:ea typeface=""/>
        <a:cs typeface=""/>
      </a:minorFont>
    </a:fontScheme>
    <a:fmtScheme name="1_Office Theme">
      <a:fillStyleLst>
        <a:solidFill>
          <a:schemeClr val="phClr"/>
        </a:solidFill>
        <a:gradFill/>
        <a:gradFill/>
      </a:fillStyleLst>
      <a:lnStyleLst>
        <a:ln/>
        <a:ln/>
        <a:ln/>
      </a:lnStyleLst>
      <a:effectStyleLst>
        <a:effectStyle>
          <a:effectLst/>
        </a:effectStyle>
        <a:effectStyle>
          <a:effectLst/>
        </a:effectStyle>
        <a:effectStyle>
          <a:effectLst/>
        </a:effectStyle>
      </a:effectStyleLst>
      <a:bgFillStyleLst>
        <a:solidFill>
          <a:schemeClr val="phClr"/>
        </a:solidFill>
        <a:gradFill/>
        <a:gradFill/>
      </a:bgFillStyleLst>
    </a:fmtScheme>
  </a:themeElements>
</a:theme>
</file>

<file path=ppt/theme/theme3.xml><?xml version="1.0" encoding="utf-8"?>
<a:theme xmlns:a="http://schemas.openxmlformats.org/drawingml/2006/main" name="notesMaster1">
  <a:themeElements>
    <a:clrScheme name="notesMaster1">
      <a:dk1>
        <a:srgbClr val="000000"/>
      </a:dk1>
      <a:lt1>
        <a:srgbClr val="FFFFFF"/>
      </a:lt1>
      <a:dk2>
        <a:srgbClr val="808080"/>
      </a:dk2>
      <a:lt2>
        <a:srgbClr val="00000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notesMaster1">
      <a:majorFont>
        <a:latin typeface=""/>
        <a:ea typeface=""/>
        <a:cs typeface=""/>
      </a:majorFont>
      <a:minorFont>
        <a:latin typeface=""/>
        <a:ea typeface=""/>
        <a:cs typeface=""/>
      </a:minorFont>
    </a:fontScheme>
    <a:fmtScheme name="notesMaster1">
      <a:fillStyleLst>
        <a:solidFill>
          <a:schemeClr val="phClr"/>
        </a:solidFill>
        <a:gradFill/>
        <a:gradFill/>
      </a:fillStyleLst>
      <a:lnStyleLst>
        <a:ln/>
        <a:ln/>
        <a:ln/>
      </a:lnStyleLst>
      <a:effectStyleLst>
        <a:effectStyle>
          <a:effectLst/>
        </a:effectStyle>
        <a:effectStyle>
          <a:effectLst/>
        </a:effectStyle>
        <a:effectStyle>
          <a:effectLst/>
        </a:effectStyle>
      </a:effectStyleLst>
      <a:bgFillStyleLst>
        <a:solidFill>
          <a:schemeClr val="phClr"/>
        </a:solidFill>
        <a:gradFill/>
        <a:gradFill/>
      </a:bgFillStyleLst>
    </a:fmtScheme>
  </a:themeElements>
</a:theme>
</file>